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5"/>
  </p:notesMasterIdLst>
  <p:sldIdLst>
    <p:sldId id="294" r:id="rId3"/>
    <p:sldId id="295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143F52-C62F-4FEC-BFA7-FFA031119D3E}" v="9" dt="2023-10-13T19:40:22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kr" userId="ebad60b8f89c02e8" providerId="LiveId" clId="{42143F52-C62F-4FEC-BFA7-FFA031119D3E}"/>
    <pc:docChg chg="addSld delSld modSld">
      <pc:chgData name="alex kr" userId="ebad60b8f89c02e8" providerId="LiveId" clId="{42143F52-C62F-4FEC-BFA7-FFA031119D3E}" dt="2023-10-15T13:22:31.115" v="77" actId="2696"/>
      <pc:docMkLst>
        <pc:docMk/>
      </pc:docMkLst>
      <pc:sldChg chg="del">
        <pc:chgData name="alex kr" userId="ebad60b8f89c02e8" providerId="LiveId" clId="{42143F52-C62F-4FEC-BFA7-FFA031119D3E}" dt="2023-10-15T13:22:31.115" v="77" actId="2696"/>
        <pc:sldMkLst>
          <pc:docMk/>
          <pc:sldMk cId="322302333" sldId="258"/>
        </pc:sldMkLst>
      </pc:sldChg>
      <pc:sldChg chg="del">
        <pc:chgData name="alex kr" userId="ebad60b8f89c02e8" providerId="LiveId" clId="{42143F52-C62F-4FEC-BFA7-FFA031119D3E}" dt="2023-10-15T13:22:31.115" v="77" actId="2696"/>
        <pc:sldMkLst>
          <pc:docMk/>
          <pc:sldMk cId="1546937111" sldId="261"/>
        </pc:sldMkLst>
      </pc:sldChg>
      <pc:sldChg chg="del">
        <pc:chgData name="alex kr" userId="ebad60b8f89c02e8" providerId="LiveId" clId="{42143F52-C62F-4FEC-BFA7-FFA031119D3E}" dt="2023-10-15T13:22:31.115" v="77" actId="2696"/>
        <pc:sldMkLst>
          <pc:docMk/>
          <pc:sldMk cId="295812653" sldId="262"/>
        </pc:sldMkLst>
      </pc:sldChg>
      <pc:sldChg chg="del">
        <pc:chgData name="alex kr" userId="ebad60b8f89c02e8" providerId="LiveId" clId="{42143F52-C62F-4FEC-BFA7-FFA031119D3E}" dt="2023-10-15T13:22:31.115" v="77" actId="2696"/>
        <pc:sldMkLst>
          <pc:docMk/>
          <pc:sldMk cId="2357457097" sldId="263"/>
        </pc:sldMkLst>
      </pc:sldChg>
      <pc:sldChg chg="modSp mod">
        <pc:chgData name="alex kr" userId="ebad60b8f89c02e8" providerId="LiveId" clId="{42143F52-C62F-4FEC-BFA7-FFA031119D3E}" dt="2023-10-13T19:28:24.601" v="62" actId="20577"/>
        <pc:sldMkLst>
          <pc:docMk/>
          <pc:sldMk cId="1617171058" sldId="294"/>
        </pc:sldMkLst>
        <pc:spChg chg="mod">
          <ac:chgData name="alex kr" userId="ebad60b8f89c02e8" providerId="LiveId" clId="{42143F52-C62F-4FEC-BFA7-FFA031119D3E}" dt="2023-10-13T19:28:24.601" v="62" actId="20577"/>
          <ac:spMkLst>
            <pc:docMk/>
            <pc:sldMk cId="1617171058" sldId="294"/>
            <ac:spMk id="3" creationId="{00000000-0000-0000-0000-000000000000}"/>
          </ac:spMkLst>
        </pc:spChg>
        <pc:spChg chg="mod">
          <ac:chgData name="alex kr" userId="ebad60b8f89c02e8" providerId="LiveId" clId="{42143F52-C62F-4FEC-BFA7-FFA031119D3E}" dt="2023-10-13T19:28:04.696" v="60" actId="20577"/>
          <ac:spMkLst>
            <pc:docMk/>
            <pc:sldMk cId="1617171058" sldId="294"/>
            <ac:spMk id="5" creationId="{00000000-0000-0000-0000-000000000000}"/>
          </ac:spMkLst>
        </pc:spChg>
      </pc:sldChg>
      <pc:sldChg chg="addSp delSp modSp new mod">
        <pc:chgData name="alex kr" userId="ebad60b8f89c02e8" providerId="LiveId" clId="{42143F52-C62F-4FEC-BFA7-FFA031119D3E}" dt="2023-10-13T19:40:22.145" v="76" actId="14100"/>
        <pc:sldMkLst>
          <pc:docMk/>
          <pc:sldMk cId="2929665240" sldId="295"/>
        </pc:sldMkLst>
        <pc:spChg chg="del mod">
          <ac:chgData name="alex kr" userId="ebad60b8f89c02e8" providerId="LiveId" clId="{42143F52-C62F-4FEC-BFA7-FFA031119D3E}" dt="2023-10-13T19:40:05.491" v="67"/>
          <ac:spMkLst>
            <pc:docMk/>
            <pc:sldMk cId="2929665240" sldId="295"/>
            <ac:spMk id="2" creationId="{B3DBE1BD-699D-1EF4-67DC-E8AD9F669332}"/>
          </ac:spMkLst>
        </pc:spChg>
        <pc:spChg chg="mod">
          <ac:chgData name="alex kr" userId="ebad60b8f89c02e8" providerId="LiveId" clId="{42143F52-C62F-4FEC-BFA7-FFA031119D3E}" dt="2023-10-13T19:28:29.929" v="63"/>
          <ac:spMkLst>
            <pc:docMk/>
            <pc:sldMk cId="2929665240" sldId="295"/>
            <ac:spMk id="3" creationId="{645F6EA2-4808-558E-6CF6-EC493D879B99}"/>
          </ac:spMkLst>
        </pc:spChg>
        <pc:spChg chg="add mod">
          <ac:chgData name="alex kr" userId="ebad60b8f89c02e8" providerId="LiveId" clId="{42143F52-C62F-4FEC-BFA7-FFA031119D3E}" dt="2023-10-13T19:40:22.145" v="76" actId="14100"/>
          <ac:spMkLst>
            <pc:docMk/>
            <pc:sldMk cId="2929665240" sldId="295"/>
            <ac:spMk id="4" creationId="{5DD4E70E-E0C5-B8B1-A48C-A40EABAC5624}"/>
          </ac:spMkLst>
        </pc:spChg>
      </pc:sldChg>
    </pc:docChg>
  </pc:docChgLst>
  <pc:docChgLst>
    <pc:chgData name="alex kr" userId="ebad60b8f89c02e8" providerId="LiveId" clId="{B3B4F601-1422-4D17-8FF1-B58E52CFFF02}"/>
    <pc:docChg chg="custSel delSld modSld">
      <pc:chgData name="alex kr" userId="ebad60b8f89c02e8" providerId="LiveId" clId="{B3B4F601-1422-4D17-8FF1-B58E52CFFF02}" dt="2023-09-09T14:04:23.995" v="324" actId="2696"/>
      <pc:docMkLst>
        <pc:docMk/>
      </pc:docMkLst>
      <pc:sldChg chg="del">
        <pc:chgData name="alex kr" userId="ebad60b8f89c02e8" providerId="LiveId" clId="{B3B4F601-1422-4D17-8FF1-B58E52CFFF02}" dt="2023-09-09T12:46:23.165" v="0" actId="2696"/>
        <pc:sldMkLst>
          <pc:docMk/>
          <pc:sldMk cId="3870708508" sldId="256"/>
        </pc:sldMkLst>
      </pc:sldChg>
      <pc:sldChg chg="del">
        <pc:chgData name="alex kr" userId="ebad60b8f89c02e8" providerId="LiveId" clId="{B3B4F601-1422-4D17-8FF1-B58E52CFFF02}" dt="2023-09-09T12:47:12.616" v="2" actId="2696"/>
        <pc:sldMkLst>
          <pc:docMk/>
          <pc:sldMk cId="2540996013" sldId="259"/>
        </pc:sldMkLst>
      </pc:sldChg>
      <pc:sldChg chg="del">
        <pc:chgData name="alex kr" userId="ebad60b8f89c02e8" providerId="LiveId" clId="{B3B4F601-1422-4D17-8FF1-B58E52CFFF02}" dt="2023-09-09T12:47:15.582" v="3" actId="2696"/>
        <pc:sldMkLst>
          <pc:docMk/>
          <pc:sldMk cId="4017516702" sldId="260"/>
        </pc:sldMkLst>
      </pc:sldChg>
      <pc:sldChg chg="del">
        <pc:chgData name="alex kr" userId="ebad60b8f89c02e8" providerId="LiveId" clId="{B3B4F601-1422-4D17-8FF1-B58E52CFFF02}" dt="2023-09-09T13:28:38.764" v="6" actId="2696"/>
        <pc:sldMkLst>
          <pc:docMk/>
          <pc:sldMk cId="2658469864" sldId="264"/>
        </pc:sldMkLst>
      </pc:sldChg>
      <pc:sldChg chg="del">
        <pc:chgData name="alex kr" userId="ebad60b8f89c02e8" providerId="LiveId" clId="{B3B4F601-1422-4D17-8FF1-B58E52CFFF02}" dt="2023-09-09T13:28:23.590" v="4" actId="2696"/>
        <pc:sldMkLst>
          <pc:docMk/>
          <pc:sldMk cId="1937116627" sldId="265"/>
        </pc:sldMkLst>
      </pc:sldChg>
      <pc:sldChg chg="del">
        <pc:chgData name="alex kr" userId="ebad60b8f89c02e8" providerId="LiveId" clId="{B3B4F601-1422-4D17-8FF1-B58E52CFFF02}" dt="2023-09-09T13:34:08.805" v="9" actId="2696"/>
        <pc:sldMkLst>
          <pc:docMk/>
          <pc:sldMk cId="1060630952" sldId="266"/>
        </pc:sldMkLst>
      </pc:sldChg>
      <pc:sldChg chg="del">
        <pc:chgData name="alex kr" userId="ebad60b8f89c02e8" providerId="LiveId" clId="{B3B4F601-1422-4D17-8FF1-B58E52CFFF02}" dt="2023-09-09T13:34:02.420" v="8" actId="2696"/>
        <pc:sldMkLst>
          <pc:docMk/>
          <pc:sldMk cId="3240073939" sldId="267"/>
        </pc:sldMkLst>
      </pc:sldChg>
      <pc:sldChg chg="del">
        <pc:chgData name="alex kr" userId="ebad60b8f89c02e8" providerId="LiveId" clId="{B3B4F601-1422-4D17-8FF1-B58E52CFFF02}" dt="2023-09-09T13:34:11.574" v="10" actId="2696"/>
        <pc:sldMkLst>
          <pc:docMk/>
          <pc:sldMk cId="456975839" sldId="268"/>
        </pc:sldMkLst>
      </pc:sldChg>
      <pc:sldChg chg="del">
        <pc:chgData name="alex kr" userId="ebad60b8f89c02e8" providerId="LiveId" clId="{B3B4F601-1422-4D17-8FF1-B58E52CFFF02}" dt="2023-09-09T13:34:14.451" v="11" actId="2696"/>
        <pc:sldMkLst>
          <pc:docMk/>
          <pc:sldMk cId="813129912" sldId="269"/>
        </pc:sldMkLst>
      </pc:sldChg>
      <pc:sldChg chg="del">
        <pc:chgData name="alex kr" userId="ebad60b8f89c02e8" providerId="LiveId" clId="{B3B4F601-1422-4D17-8FF1-B58E52CFFF02}" dt="2023-09-09T13:34:18.686" v="13" actId="2696"/>
        <pc:sldMkLst>
          <pc:docMk/>
          <pc:sldMk cId="370471733" sldId="270"/>
        </pc:sldMkLst>
      </pc:sldChg>
      <pc:sldChg chg="del">
        <pc:chgData name="alex kr" userId="ebad60b8f89c02e8" providerId="LiveId" clId="{B3B4F601-1422-4D17-8FF1-B58E52CFFF02}" dt="2023-09-09T13:34:16.636" v="12" actId="2696"/>
        <pc:sldMkLst>
          <pc:docMk/>
          <pc:sldMk cId="83171902" sldId="271"/>
        </pc:sldMkLst>
      </pc:sldChg>
      <pc:sldChg chg="del">
        <pc:chgData name="alex kr" userId="ebad60b8f89c02e8" providerId="LiveId" clId="{B3B4F601-1422-4D17-8FF1-B58E52CFFF02}" dt="2023-09-09T13:34:35.794" v="14" actId="2696"/>
        <pc:sldMkLst>
          <pc:docMk/>
          <pc:sldMk cId="3045081676" sldId="272"/>
        </pc:sldMkLst>
      </pc:sldChg>
      <pc:sldChg chg="del">
        <pc:chgData name="alex kr" userId="ebad60b8f89c02e8" providerId="LiveId" clId="{B3B4F601-1422-4D17-8FF1-B58E52CFFF02}" dt="2023-09-09T14:04:23.995" v="324" actId="2696"/>
        <pc:sldMkLst>
          <pc:docMk/>
          <pc:sldMk cId="3844429591" sldId="273"/>
        </pc:sldMkLst>
      </pc:sldChg>
      <pc:sldChg chg="del">
        <pc:chgData name="alex kr" userId="ebad60b8f89c02e8" providerId="LiveId" clId="{B3B4F601-1422-4D17-8FF1-B58E52CFFF02}" dt="2023-09-09T13:34:45.277" v="15" actId="2696"/>
        <pc:sldMkLst>
          <pc:docMk/>
          <pc:sldMk cId="3086185720" sldId="274"/>
        </pc:sldMkLst>
      </pc:sldChg>
      <pc:sldChg chg="del">
        <pc:chgData name="alex kr" userId="ebad60b8f89c02e8" providerId="LiveId" clId="{B3B4F601-1422-4D17-8FF1-B58E52CFFF02}" dt="2023-09-09T13:34:55.130" v="18" actId="2696"/>
        <pc:sldMkLst>
          <pc:docMk/>
          <pc:sldMk cId="160786691" sldId="275"/>
        </pc:sldMkLst>
      </pc:sldChg>
      <pc:sldChg chg="del">
        <pc:chgData name="alex kr" userId="ebad60b8f89c02e8" providerId="LiveId" clId="{B3B4F601-1422-4D17-8FF1-B58E52CFFF02}" dt="2023-09-09T13:44:08.220" v="43" actId="2696"/>
        <pc:sldMkLst>
          <pc:docMk/>
          <pc:sldMk cId="272635615" sldId="276"/>
        </pc:sldMkLst>
      </pc:sldChg>
      <pc:sldChg chg="del">
        <pc:chgData name="alex kr" userId="ebad60b8f89c02e8" providerId="LiveId" clId="{B3B4F601-1422-4D17-8FF1-B58E52CFFF02}" dt="2023-09-09T13:36:38.540" v="19" actId="2696"/>
        <pc:sldMkLst>
          <pc:docMk/>
          <pc:sldMk cId="1275571480" sldId="277"/>
        </pc:sldMkLst>
      </pc:sldChg>
      <pc:sldChg chg="del">
        <pc:chgData name="alex kr" userId="ebad60b8f89c02e8" providerId="LiveId" clId="{B3B4F601-1422-4D17-8FF1-B58E52CFFF02}" dt="2023-09-09T13:36:45.683" v="20" actId="2696"/>
        <pc:sldMkLst>
          <pc:docMk/>
          <pc:sldMk cId="4137244994" sldId="278"/>
        </pc:sldMkLst>
      </pc:sldChg>
      <pc:sldChg chg="del">
        <pc:chgData name="alex kr" userId="ebad60b8f89c02e8" providerId="LiveId" clId="{B3B4F601-1422-4D17-8FF1-B58E52CFFF02}" dt="2023-09-09T13:36:50.524" v="21" actId="2696"/>
        <pc:sldMkLst>
          <pc:docMk/>
          <pc:sldMk cId="1901252137" sldId="279"/>
        </pc:sldMkLst>
      </pc:sldChg>
      <pc:sldChg chg="del">
        <pc:chgData name="alex kr" userId="ebad60b8f89c02e8" providerId="LiveId" clId="{B3B4F601-1422-4D17-8FF1-B58E52CFFF02}" dt="2023-09-09T13:36:53.107" v="22" actId="2696"/>
        <pc:sldMkLst>
          <pc:docMk/>
          <pc:sldMk cId="1843412075" sldId="280"/>
        </pc:sldMkLst>
      </pc:sldChg>
      <pc:sldChg chg="del">
        <pc:chgData name="alex kr" userId="ebad60b8f89c02e8" providerId="LiveId" clId="{B3B4F601-1422-4D17-8FF1-B58E52CFFF02}" dt="2023-09-09T13:36:56.326" v="23" actId="2696"/>
        <pc:sldMkLst>
          <pc:docMk/>
          <pc:sldMk cId="878232282" sldId="281"/>
        </pc:sldMkLst>
      </pc:sldChg>
      <pc:sldChg chg="del">
        <pc:chgData name="alex kr" userId="ebad60b8f89c02e8" providerId="LiveId" clId="{B3B4F601-1422-4D17-8FF1-B58E52CFFF02}" dt="2023-09-09T13:37:31.656" v="26" actId="2696"/>
        <pc:sldMkLst>
          <pc:docMk/>
          <pc:sldMk cId="2100355930" sldId="282"/>
        </pc:sldMkLst>
      </pc:sldChg>
      <pc:sldChg chg="del">
        <pc:chgData name="alex kr" userId="ebad60b8f89c02e8" providerId="LiveId" clId="{B3B4F601-1422-4D17-8FF1-B58E52CFFF02}" dt="2023-09-09T13:37:12.198" v="24" actId="2696"/>
        <pc:sldMkLst>
          <pc:docMk/>
          <pc:sldMk cId="3640922054" sldId="283"/>
        </pc:sldMkLst>
      </pc:sldChg>
      <pc:sldChg chg="del">
        <pc:chgData name="alex kr" userId="ebad60b8f89c02e8" providerId="LiveId" clId="{B3B4F601-1422-4D17-8FF1-B58E52CFFF02}" dt="2023-09-09T13:37:15.260" v="25" actId="2696"/>
        <pc:sldMkLst>
          <pc:docMk/>
          <pc:sldMk cId="1403918229" sldId="284"/>
        </pc:sldMkLst>
      </pc:sldChg>
      <pc:sldChg chg="del">
        <pc:chgData name="alex kr" userId="ebad60b8f89c02e8" providerId="LiveId" clId="{B3B4F601-1422-4D17-8FF1-B58E52CFFF02}" dt="2023-09-09T13:41:26.862" v="27" actId="2696"/>
        <pc:sldMkLst>
          <pc:docMk/>
          <pc:sldMk cId="3587633791" sldId="285"/>
        </pc:sldMkLst>
      </pc:sldChg>
      <pc:sldChg chg="del">
        <pc:chgData name="alex kr" userId="ebad60b8f89c02e8" providerId="LiveId" clId="{B3B4F601-1422-4D17-8FF1-B58E52CFFF02}" dt="2023-09-09T13:44:02.416" v="42" actId="2696"/>
        <pc:sldMkLst>
          <pc:docMk/>
          <pc:sldMk cId="2104981052" sldId="286"/>
        </pc:sldMkLst>
      </pc:sldChg>
      <pc:sldChg chg="del">
        <pc:chgData name="alex kr" userId="ebad60b8f89c02e8" providerId="LiveId" clId="{B3B4F601-1422-4D17-8FF1-B58E52CFFF02}" dt="2023-09-09T13:43:58.814" v="41" actId="2696"/>
        <pc:sldMkLst>
          <pc:docMk/>
          <pc:sldMk cId="1726883630" sldId="287"/>
        </pc:sldMkLst>
      </pc:sldChg>
      <pc:sldChg chg="del">
        <pc:chgData name="alex kr" userId="ebad60b8f89c02e8" providerId="LiveId" clId="{B3B4F601-1422-4D17-8FF1-B58E52CFFF02}" dt="2023-09-09T13:43:44.993" v="38" actId="2696"/>
        <pc:sldMkLst>
          <pc:docMk/>
          <pc:sldMk cId="4139461911" sldId="288"/>
        </pc:sldMkLst>
      </pc:sldChg>
      <pc:sldChg chg="del">
        <pc:chgData name="alex kr" userId="ebad60b8f89c02e8" providerId="LiveId" clId="{B3B4F601-1422-4D17-8FF1-B58E52CFFF02}" dt="2023-09-09T13:43:42.420" v="37" actId="2696"/>
        <pc:sldMkLst>
          <pc:docMk/>
          <pc:sldMk cId="2737334688" sldId="289"/>
        </pc:sldMkLst>
      </pc:sldChg>
      <pc:sldChg chg="del">
        <pc:chgData name="alex kr" userId="ebad60b8f89c02e8" providerId="LiveId" clId="{B3B4F601-1422-4D17-8FF1-B58E52CFFF02}" dt="2023-09-09T13:43:48.994" v="39" actId="2696"/>
        <pc:sldMkLst>
          <pc:docMk/>
          <pc:sldMk cId="3546450106" sldId="290"/>
        </pc:sldMkLst>
      </pc:sldChg>
      <pc:sldChg chg="del">
        <pc:chgData name="alex kr" userId="ebad60b8f89c02e8" providerId="LiveId" clId="{B3B4F601-1422-4D17-8FF1-B58E52CFFF02}" dt="2023-09-09T13:43:54.134" v="40" actId="2696"/>
        <pc:sldMkLst>
          <pc:docMk/>
          <pc:sldMk cId="3349450246" sldId="291"/>
        </pc:sldMkLst>
      </pc:sldChg>
      <pc:sldChg chg="del">
        <pc:chgData name="alex kr" userId="ebad60b8f89c02e8" providerId="LiveId" clId="{B3B4F601-1422-4D17-8FF1-B58E52CFFF02}" dt="2023-09-09T13:43:29.661" v="35" actId="2696"/>
        <pc:sldMkLst>
          <pc:docMk/>
          <pc:sldMk cId="2576462518" sldId="292"/>
        </pc:sldMkLst>
      </pc:sldChg>
      <pc:sldChg chg="del">
        <pc:chgData name="alex kr" userId="ebad60b8f89c02e8" providerId="LiveId" clId="{B3B4F601-1422-4D17-8FF1-B58E52CFFF02}" dt="2023-09-09T13:43:32.988" v="36" actId="2696"/>
        <pc:sldMkLst>
          <pc:docMk/>
          <pc:sldMk cId="1406531752" sldId="293"/>
        </pc:sldMkLst>
      </pc:sldChg>
      <pc:sldChg chg="delSp modSp mod">
        <pc:chgData name="alex kr" userId="ebad60b8f89c02e8" providerId="LiveId" clId="{B3B4F601-1422-4D17-8FF1-B58E52CFFF02}" dt="2023-09-09T14:02:49.279" v="323" actId="20577"/>
        <pc:sldMkLst>
          <pc:docMk/>
          <pc:sldMk cId="1617171058" sldId="294"/>
        </pc:sldMkLst>
        <pc:spChg chg="del mod">
          <ac:chgData name="alex kr" userId="ebad60b8f89c02e8" providerId="LiveId" clId="{B3B4F601-1422-4D17-8FF1-B58E52CFFF02}" dt="2023-09-09T13:58:54.550" v="145" actId="478"/>
          <ac:spMkLst>
            <pc:docMk/>
            <pc:sldMk cId="1617171058" sldId="294"/>
            <ac:spMk id="2" creationId="{00000000-0000-0000-0000-000000000000}"/>
          </ac:spMkLst>
        </pc:spChg>
        <pc:spChg chg="mod">
          <ac:chgData name="alex kr" userId="ebad60b8f89c02e8" providerId="LiveId" clId="{B3B4F601-1422-4D17-8FF1-B58E52CFFF02}" dt="2023-09-09T14:02:49.279" v="323" actId="20577"/>
          <ac:spMkLst>
            <pc:docMk/>
            <pc:sldMk cId="1617171058" sldId="294"/>
            <ac:spMk id="5" creationId="{00000000-0000-0000-0000-000000000000}"/>
          </ac:spMkLst>
        </pc:spChg>
      </pc:sldChg>
      <pc:sldChg chg="del">
        <pc:chgData name="alex kr" userId="ebad60b8f89c02e8" providerId="LiveId" clId="{B3B4F601-1422-4D17-8FF1-B58E52CFFF02}" dt="2023-09-09T13:43:20.806" v="34" actId="2696"/>
        <pc:sldMkLst>
          <pc:docMk/>
          <pc:sldMk cId="2588965883" sldId="295"/>
        </pc:sldMkLst>
      </pc:sldChg>
      <pc:sldChg chg="del">
        <pc:chgData name="alex kr" userId="ebad60b8f89c02e8" providerId="LiveId" clId="{B3B4F601-1422-4D17-8FF1-B58E52CFFF02}" dt="2023-09-09T13:43:16.554" v="33" actId="2696"/>
        <pc:sldMkLst>
          <pc:docMk/>
          <pc:sldMk cId="3480672085" sldId="296"/>
        </pc:sldMkLst>
      </pc:sldChg>
      <pc:sldChg chg="del">
        <pc:chgData name="alex kr" userId="ebad60b8f89c02e8" providerId="LiveId" clId="{B3B4F601-1422-4D17-8FF1-B58E52CFFF02}" dt="2023-09-09T13:42:51.718" v="28" actId="2696"/>
        <pc:sldMkLst>
          <pc:docMk/>
          <pc:sldMk cId="1171476345" sldId="297"/>
        </pc:sldMkLst>
      </pc:sldChg>
      <pc:sldChg chg="del">
        <pc:chgData name="alex kr" userId="ebad60b8f89c02e8" providerId="LiveId" clId="{B3B4F601-1422-4D17-8FF1-B58E52CFFF02}" dt="2023-09-09T13:43:05.892" v="29" actId="2696"/>
        <pc:sldMkLst>
          <pc:docMk/>
          <pc:sldMk cId="3031319593" sldId="298"/>
        </pc:sldMkLst>
      </pc:sldChg>
      <pc:sldChg chg="del">
        <pc:chgData name="alex kr" userId="ebad60b8f89c02e8" providerId="LiveId" clId="{B3B4F601-1422-4D17-8FF1-B58E52CFFF02}" dt="2023-09-09T13:43:08.771" v="30" actId="2696"/>
        <pc:sldMkLst>
          <pc:docMk/>
          <pc:sldMk cId="3150116146" sldId="299"/>
        </pc:sldMkLst>
      </pc:sldChg>
      <pc:sldChg chg="del">
        <pc:chgData name="alex kr" userId="ebad60b8f89c02e8" providerId="LiveId" clId="{B3B4F601-1422-4D17-8FF1-B58E52CFFF02}" dt="2023-09-09T13:43:13.277" v="32" actId="2696"/>
        <pc:sldMkLst>
          <pc:docMk/>
          <pc:sldMk cId="0" sldId="300"/>
        </pc:sldMkLst>
      </pc:sldChg>
      <pc:sldChg chg="del">
        <pc:chgData name="alex kr" userId="ebad60b8f89c02e8" providerId="LiveId" clId="{B3B4F601-1422-4D17-8FF1-B58E52CFFF02}" dt="2023-09-09T13:33:30.004" v="7" actId="2696"/>
        <pc:sldMkLst>
          <pc:docMk/>
          <pc:sldMk cId="1397743150" sldId="301"/>
        </pc:sldMkLst>
      </pc:sldChg>
      <pc:sldChg chg="del">
        <pc:chgData name="alex kr" userId="ebad60b8f89c02e8" providerId="LiveId" clId="{B3B4F601-1422-4D17-8FF1-B58E52CFFF02}" dt="2023-09-09T13:34:47.917" v="16" actId="2696"/>
        <pc:sldMkLst>
          <pc:docMk/>
          <pc:sldMk cId="921997050" sldId="302"/>
        </pc:sldMkLst>
      </pc:sldChg>
      <pc:sldChg chg="del">
        <pc:chgData name="alex kr" userId="ebad60b8f89c02e8" providerId="LiveId" clId="{B3B4F601-1422-4D17-8FF1-B58E52CFFF02}" dt="2023-09-09T13:34:52.900" v="17" actId="2696"/>
        <pc:sldMkLst>
          <pc:docMk/>
          <pc:sldMk cId="968821580" sldId="303"/>
        </pc:sldMkLst>
      </pc:sldChg>
      <pc:sldChg chg="del">
        <pc:chgData name="alex kr" userId="ebad60b8f89c02e8" providerId="LiveId" clId="{B3B4F601-1422-4D17-8FF1-B58E52CFFF02}" dt="2023-09-09T13:28:34.957" v="5" actId="2696"/>
        <pc:sldMkLst>
          <pc:docMk/>
          <pc:sldMk cId="155507247" sldId="304"/>
        </pc:sldMkLst>
      </pc:sldChg>
      <pc:sldChg chg="del">
        <pc:chgData name="alex kr" userId="ebad60b8f89c02e8" providerId="LiveId" clId="{B3B4F601-1422-4D17-8FF1-B58E52CFFF02}" dt="2023-09-09T12:47:03.892" v="1" actId="2696"/>
        <pc:sldMkLst>
          <pc:docMk/>
          <pc:sldMk cId="679952434" sldId="305"/>
        </pc:sldMkLst>
      </pc:sldChg>
      <pc:sldChg chg="del">
        <pc:chgData name="alex kr" userId="ebad60b8f89c02e8" providerId="LiveId" clId="{B3B4F601-1422-4D17-8FF1-B58E52CFFF02}" dt="2023-09-09T13:43:10.867" v="31" actId="2696"/>
        <pc:sldMkLst>
          <pc:docMk/>
          <pc:sldMk cId="3372375437" sldId="306"/>
        </pc:sldMkLst>
      </pc:sldChg>
      <pc:sldMasterChg chg="delSldLayout">
        <pc:chgData name="alex kr" userId="ebad60b8f89c02e8" providerId="LiveId" clId="{B3B4F601-1422-4D17-8FF1-B58E52CFFF02}" dt="2023-09-09T13:44:08.220" v="43" actId="2696"/>
        <pc:sldMasterMkLst>
          <pc:docMk/>
          <pc:sldMasterMk cId="2903088677" sldId="2147483660"/>
        </pc:sldMasterMkLst>
        <pc:sldLayoutChg chg="del">
          <pc:chgData name="alex kr" userId="ebad60b8f89c02e8" providerId="LiveId" clId="{B3B4F601-1422-4D17-8FF1-B58E52CFFF02}" dt="2023-09-09T13:44:08.220" v="43" actId="2696"/>
          <pc:sldLayoutMkLst>
            <pc:docMk/>
            <pc:sldMasterMk cId="2903088677" sldId="2147483660"/>
            <pc:sldLayoutMk cId="872022829" sldId="2147483663"/>
          </pc:sldLayoutMkLst>
        </pc:sldLayoutChg>
        <pc:sldLayoutChg chg="del">
          <pc:chgData name="alex kr" userId="ebad60b8f89c02e8" providerId="LiveId" clId="{B3B4F601-1422-4D17-8FF1-B58E52CFFF02}" dt="2023-09-09T13:43:13.277" v="32" actId="2696"/>
          <pc:sldLayoutMkLst>
            <pc:docMk/>
            <pc:sldMasterMk cId="2903088677" sldId="2147483660"/>
            <pc:sldLayoutMk cId="2406545329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9AE5DB91-1E3D-41FB-9EE7-6C79E879573B}" type="datetimeFigureOut">
              <a:rPr lang="he-IL" smtClean="0"/>
              <a:pPr/>
              <a:t>ל'/תשרי/תשפ"ד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4F41A0AD-B358-454F-9AC5-6B1ABEFCACFB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1016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00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197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129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0297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27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91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850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76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927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5867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17A-A755-4AA8-90A8-B24CA362A241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BAF6-56CE-4889-A4DE-6BDC2F97D1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3645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ער - מערכת שידורים לאומ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516000" y="2693989"/>
            <a:ext cx="11160000" cy="1470025"/>
          </a:xfrm>
        </p:spPr>
        <p:txBody>
          <a:bodyPr vert="horz" lIns="91440" tIns="45720" rIns="91440" bIns="45720" rtlCol="1" anchor="ctr">
            <a:normAutofit/>
          </a:bodyPr>
          <a:lstStyle>
            <a:lvl1pPr>
              <a:defRPr kumimoji="0" lang="he-IL" sz="6601" b="1" i="0" u="none" strike="noStrike" kern="1200" cap="none" spc="0" normalizeH="0" baseline="0" noProof="0" dirty="0" smtClean="0">
                <a:ln>
                  <a:noFill/>
                </a:ln>
                <a:solidFill>
                  <a:srgbClr val="192A72"/>
                </a:solidFill>
                <a:effectLst/>
                <a:uLnTx/>
                <a:uFillTx/>
                <a:latin typeface="Varela Round" panose="00000500000000000000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670069" y="6569428"/>
            <a:ext cx="2623961" cy="45910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-1488810" y="6304086"/>
            <a:ext cx="3246400" cy="192925"/>
          </a:xfrm>
          <a:prstGeom prst="roundRect">
            <a:avLst>
              <a:gd name="adj" fmla="val 4935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9986482" y="-439221"/>
            <a:ext cx="4205647" cy="63186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9"/>
          <p:cNvSpPr/>
          <p:nvPr userDrawn="1"/>
        </p:nvSpPr>
        <p:spPr>
          <a:xfrm>
            <a:off x="8259471" y="6565100"/>
            <a:ext cx="4434214" cy="79653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r="33511" b="26248"/>
          <a:stretch/>
        </p:blipFill>
        <p:spPr>
          <a:xfrm>
            <a:off x="5445286" y="369916"/>
            <a:ext cx="1301430" cy="15974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2D798A-D3EB-4AD6-BA0D-6AF5A272CB65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1D397-1081-475E-877E-2C0275DD9CD7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C9C924-5BCF-44F6-9D2C-C85E4D329EC9}"/>
              </a:ext>
            </a:extLst>
          </p:cNvPr>
          <p:cNvSpPr/>
          <p:nvPr userDrawn="1"/>
        </p:nvSpPr>
        <p:spPr>
          <a:xfrm rot="5400000">
            <a:off x="10129568" y="1977381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B07856-A797-4811-9A80-36465708097A}"/>
              </a:ext>
            </a:extLst>
          </p:cNvPr>
          <p:cNvSpPr/>
          <p:nvPr userDrawn="1"/>
        </p:nvSpPr>
        <p:spPr>
          <a:xfrm>
            <a:off x="-3261642" y="347118"/>
            <a:ext cx="3246401" cy="730473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44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טי השיעור, מקצוע ומור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מעוגל 9"/>
          <p:cNvSpPr/>
          <p:nvPr userDrawn="1"/>
        </p:nvSpPr>
        <p:spPr>
          <a:xfrm>
            <a:off x="212943" y="1396870"/>
            <a:ext cx="14000014" cy="2978963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prstClr val="white"/>
                </a:solidFill>
              </a:rPr>
              <a:t>  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7329949" y="6240593"/>
            <a:ext cx="5333866" cy="55761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501113" y="87232"/>
            <a:ext cx="1428110" cy="322428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8">
            <a:extLst>
              <a:ext uri="{FF2B5EF4-FFF2-40B4-BE49-F238E27FC236}">
                <a16:creationId xmlns:a16="http://schemas.microsoft.com/office/drawing/2014/main" id="{404057E2-9B3D-4075-99B3-75AE757986D1}"/>
              </a:ext>
            </a:extLst>
          </p:cNvPr>
          <p:cNvSpPr/>
          <p:nvPr userDrawn="1"/>
        </p:nvSpPr>
        <p:spPr>
          <a:xfrm>
            <a:off x="10059465" y="87232"/>
            <a:ext cx="2768857" cy="451249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5" name="מלבן מעוגל 7">
            <a:extLst>
              <a:ext uri="{FF2B5EF4-FFF2-40B4-BE49-F238E27FC236}">
                <a16:creationId xmlns:a16="http://schemas.microsoft.com/office/drawing/2014/main" id="{F6801116-CC43-4B2A-8C30-E06B51438E5F}"/>
              </a:ext>
            </a:extLst>
          </p:cNvPr>
          <p:cNvSpPr/>
          <p:nvPr userDrawn="1"/>
        </p:nvSpPr>
        <p:spPr>
          <a:xfrm>
            <a:off x="9066088" y="5930032"/>
            <a:ext cx="529942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851AC-7C39-4D24-80F3-E23F47BEFFD4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EE328-D2C3-444A-8724-BDAF608C4860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6B898-2CF0-49F5-BBD6-BB8ACC47A495}"/>
              </a:ext>
            </a:extLst>
          </p:cNvPr>
          <p:cNvSpPr/>
          <p:nvPr userDrawn="1"/>
        </p:nvSpPr>
        <p:spPr>
          <a:xfrm rot="5400000">
            <a:off x="10107939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EA7E53-F4C8-4E78-8841-55D753889071}"/>
              </a:ext>
            </a:extLst>
          </p:cNvPr>
          <p:cNvSpPr/>
          <p:nvPr userDrawn="1"/>
        </p:nvSpPr>
        <p:spPr>
          <a:xfrm>
            <a:off x="-3246402" y="-426720"/>
            <a:ext cx="3246401" cy="807856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כותרת 1">
            <a:extLst>
              <a:ext uri="{FF2B5EF4-FFF2-40B4-BE49-F238E27FC236}">
                <a16:creationId xmlns:a16="http://schemas.microsoft.com/office/drawing/2014/main" id="{6AF90618-5011-488D-8577-8090B2BE5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1400768"/>
            <a:ext cx="10800000" cy="12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6600" b="1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23" name="Google Shape;11;p2">
            <a:extLst>
              <a:ext uri="{FF2B5EF4-FFF2-40B4-BE49-F238E27FC236}">
                <a16:creationId xmlns:a16="http://schemas.microsoft.com/office/drawing/2014/main" id="{60774046-55DB-47C4-8731-49E4A217CD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6000" y="2798300"/>
            <a:ext cx="10800000" cy="720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None/>
              <a:defRPr sz="36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9pPr>
          </a:lstStyle>
          <a:p>
            <a:endParaRPr dirty="0"/>
          </a:p>
        </p:txBody>
      </p:sp>
      <p:sp>
        <p:nvSpPr>
          <p:cNvPr id="24" name="מציין מיקום תוכן 2">
            <a:extLst>
              <a:ext uri="{FF2B5EF4-FFF2-40B4-BE49-F238E27FC236}">
                <a16:creationId xmlns:a16="http://schemas.microsoft.com/office/drawing/2014/main" id="{4EE53297-C04D-4B07-99F8-BCEC4E3B9EB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96000" y="3655832"/>
            <a:ext cx="10800000" cy="720000"/>
          </a:xfrm>
        </p:spPr>
        <p:txBody>
          <a:bodyPr anchor="ctr">
            <a:noAutofit/>
          </a:bodyPr>
          <a:lstStyle>
            <a:lvl1pPr marL="342900" indent="-34290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28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 marL="342900" indent="-34290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32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20" name="מציין מיקום של מספר שקופית 22">
            <a:extLst>
              <a:ext uri="{FF2B5EF4-FFF2-40B4-BE49-F238E27FC236}">
                <a16:creationId xmlns:a16="http://schemas.microsoft.com/office/drawing/2014/main" id="{58C13A1B-004E-44B4-BBDC-E08548A96B81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906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מעוגל 10">
            <a:extLst>
              <a:ext uri="{FF2B5EF4-FFF2-40B4-BE49-F238E27FC236}">
                <a16:creationId xmlns:a16="http://schemas.microsoft.com/office/drawing/2014/main" id="{EAE132D4-D270-4859-A0A8-0EABA938935B}"/>
              </a:ext>
            </a:extLst>
          </p:cNvPr>
          <p:cNvSpPr/>
          <p:nvPr userDrawn="1"/>
        </p:nvSpPr>
        <p:spPr>
          <a:xfrm>
            <a:off x="6581228" y="6447542"/>
            <a:ext cx="5993234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6">
            <a:extLst>
              <a:ext uri="{FF2B5EF4-FFF2-40B4-BE49-F238E27FC236}">
                <a16:creationId xmlns:a16="http://schemas.microsoft.com/office/drawing/2014/main" id="{8A467694-CC08-4C30-BF05-885FCBD4CAB0}"/>
              </a:ext>
            </a:extLst>
          </p:cNvPr>
          <p:cNvSpPr/>
          <p:nvPr userDrawn="1"/>
        </p:nvSpPr>
        <p:spPr>
          <a:xfrm>
            <a:off x="9704146" y="5381191"/>
            <a:ext cx="3496396" cy="442359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998859"/>
            <a:ext cx="11161453" cy="4062435"/>
          </a:xfrm>
        </p:spPr>
        <p:txBody>
          <a:bodyPr>
            <a:normAutofit/>
          </a:bodyPr>
          <a:lstStyle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2950" lvl="1" indent="-28575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206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1226982" y="101748"/>
            <a:ext cx="2160598" cy="21681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2054055" y="390797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53219EEB-A406-4AC2-B87E-54A955D7D483}"/>
              </a:ext>
            </a:extLst>
          </p:cNvPr>
          <p:cNvSpPr/>
          <p:nvPr userDrawn="1"/>
        </p:nvSpPr>
        <p:spPr>
          <a:xfrm>
            <a:off x="7978665" y="5944772"/>
            <a:ext cx="4766811" cy="38154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BA376-F667-4A43-9264-CB356AE2FBF1}"/>
              </a:ext>
            </a:extLst>
          </p:cNvPr>
          <p:cNvSpPr/>
          <p:nvPr userDrawn="1"/>
        </p:nvSpPr>
        <p:spPr>
          <a:xfrm rot="5400000">
            <a:off x="9936561" y="2157343"/>
            <a:ext cx="735717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CE73A552-D52C-4EE0-9E7A-557CEB6CE479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208D21-C13C-48D3-8634-05FCD1520B3D}"/>
              </a:ext>
            </a:extLst>
          </p:cNvPr>
          <p:cNvSpPr/>
          <p:nvPr userDrawn="1"/>
        </p:nvSpPr>
        <p:spPr>
          <a:xfrm>
            <a:off x="5903744" y="6876112"/>
            <a:ext cx="6894095" cy="14933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FFA872-60FE-48B4-B509-3F90F2F53575}"/>
              </a:ext>
            </a:extLst>
          </p:cNvPr>
          <p:cNvSpPr/>
          <p:nvPr userDrawn="1"/>
        </p:nvSpPr>
        <p:spPr>
          <a:xfrm>
            <a:off x="-2191928" y="-31850"/>
            <a:ext cx="2165034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069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368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515273" y="1024128"/>
            <a:ext cx="11161453" cy="45720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3000" b="1">
                <a:solidFill>
                  <a:srgbClr val="12B4BC"/>
                </a:solidFill>
                <a:latin typeface="Varela Round" pitchFamily="2" charset="-79"/>
                <a:cs typeface="Varela Round" panose="00000500000000000000" pitchFamily="2" charset="-79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1567973"/>
            <a:ext cx="11161453" cy="3522187"/>
          </a:xfrm>
        </p:spPr>
        <p:txBody>
          <a:bodyPr>
            <a:normAutofit/>
          </a:bodyPr>
          <a:lstStyle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2950" lvl="1" indent="-28575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1377633" y="110284"/>
            <a:ext cx="2105524" cy="21681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1729189" y="435139"/>
            <a:ext cx="2615798" cy="32187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8A91BCC4-EC47-43E2-9595-B89F757E1A7A}"/>
              </a:ext>
            </a:extLst>
          </p:cNvPr>
          <p:cNvSpPr/>
          <p:nvPr userDrawn="1"/>
        </p:nvSpPr>
        <p:spPr>
          <a:xfrm>
            <a:off x="9323387" y="5555326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מלבן מעוגל 10">
            <a:extLst>
              <a:ext uri="{FF2B5EF4-FFF2-40B4-BE49-F238E27FC236}">
                <a16:creationId xmlns:a16="http://schemas.microsoft.com/office/drawing/2014/main" id="{238EE3F7-5012-4191-9ABD-A8E69370622E}"/>
              </a:ext>
            </a:extLst>
          </p:cNvPr>
          <p:cNvSpPr/>
          <p:nvPr userDrawn="1"/>
        </p:nvSpPr>
        <p:spPr>
          <a:xfrm>
            <a:off x="8679109" y="6024163"/>
            <a:ext cx="4127100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31BF6EDC-D21A-4961-802C-6C57056DED88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4" name="מלבן מעוגל 6">
            <a:extLst>
              <a:ext uri="{FF2B5EF4-FFF2-40B4-BE49-F238E27FC236}">
                <a16:creationId xmlns:a16="http://schemas.microsoft.com/office/drawing/2014/main" id="{09765D6C-4312-45BD-AEDC-93B641915820}"/>
              </a:ext>
            </a:extLst>
          </p:cNvPr>
          <p:cNvSpPr/>
          <p:nvPr userDrawn="1"/>
        </p:nvSpPr>
        <p:spPr>
          <a:xfrm>
            <a:off x="11005702" y="5213334"/>
            <a:ext cx="2372591" cy="25130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EF58C-1955-4299-80B8-7931E9453E0B}"/>
              </a:ext>
            </a:extLst>
          </p:cNvPr>
          <p:cNvSpPr/>
          <p:nvPr userDrawn="1"/>
        </p:nvSpPr>
        <p:spPr>
          <a:xfrm rot="5400000">
            <a:off x="10107939" y="1954539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CE651A-F01C-47F6-93CB-FED077AFFFB4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38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 פריסה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2134"/>
            <a:ext cx="9802368" cy="720000"/>
          </a:xfrm>
        </p:spPr>
        <p:txBody>
          <a:bodyPr lIns="36000" tIns="0" rIns="36000" bIns="0">
            <a:noAutofit/>
          </a:bodyPr>
          <a:lstStyle>
            <a:lvl1pPr marL="0" indent="0">
              <a:tabLst>
                <a:tab pos="11659766" algn="l"/>
              </a:tabLst>
              <a:defRPr sz="44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</a:lstStyle>
          <a:p>
            <a:r>
              <a:rPr lang="he-IL" dirty="0"/>
              <a:t>לחץ כדי לערוך סגנון כותרת של תבנית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049185"/>
            <a:ext cx="8031962" cy="461155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234936" y="5807316"/>
            <a:ext cx="476619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11218431" y="239177"/>
            <a:ext cx="1706880" cy="45839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-388620" y="6235866"/>
            <a:ext cx="7724431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6E834-92B3-4A32-920C-9FA2D6987411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60292-D9F7-4A35-9D0A-68A9095BDE1E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CA14-A360-48A3-A071-94DFC2B62EDC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36A81-6863-4B7C-BB9A-6F6DBBAB87E2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6A93F88D-0694-4107-9D3A-245864065D84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8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8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52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בלבד פריסה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368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11497481" y="487099"/>
            <a:ext cx="1576672" cy="289443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11150538" y="127099"/>
            <a:ext cx="1879662" cy="28944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לבן מעוגל 6">
            <a:extLst>
              <a:ext uri="{FF2B5EF4-FFF2-40B4-BE49-F238E27FC236}">
                <a16:creationId xmlns:a16="http://schemas.microsoft.com/office/drawing/2014/main" id="{469E9F25-935E-4A65-8AF2-C1B8F105C612}"/>
              </a:ext>
            </a:extLst>
          </p:cNvPr>
          <p:cNvSpPr/>
          <p:nvPr userDrawn="1"/>
        </p:nvSpPr>
        <p:spPr>
          <a:xfrm>
            <a:off x="-487680" y="5923581"/>
            <a:ext cx="3133018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10">
            <a:extLst>
              <a:ext uri="{FF2B5EF4-FFF2-40B4-BE49-F238E27FC236}">
                <a16:creationId xmlns:a16="http://schemas.microsoft.com/office/drawing/2014/main" id="{DD33049F-8FB3-46DC-B84B-8E763BCBCAC1}"/>
              </a:ext>
            </a:extLst>
          </p:cNvPr>
          <p:cNvSpPr/>
          <p:nvPr userDrawn="1"/>
        </p:nvSpPr>
        <p:spPr>
          <a:xfrm>
            <a:off x="-976438" y="6359813"/>
            <a:ext cx="7301038" cy="65808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61EC8D2-662F-4FBE-BF29-06100D51DE7E}"/>
              </a:ext>
            </a:extLst>
          </p:cNvPr>
          <p:cNvSpPr/>
          <p:nvPr userDrawn="1"/>
        </p:nvSpPr>
        <p:spPr>
          <a:xfrm rot="5400000">
            <a:off x="9360283" y="2733622"/>
            <a:ext cx="6987520" cy="1297194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מציין מיקום של מספר שקופית 22">
            <a:extLst>
              <a:ext uri="{FF2B5EF4-FFF2-40B4-BE49-F238E27FC236}">
                <a16:creationId xmlns:a16="http://schemas.microsoft.com/office/drawing/2014/main" id="{23075256-456E-41D8-BDFD-8C3A8EA654D2}"/>
              </a:ext>
            </a:extLst>
          </p:cNvPr>
          <p:cNvSpPr txBox="1">
            <a:spLocks/>
          </p:cNvSpPr>
          <p:nvPr userDrawn="1"/>
        </p:nvSpPr>
        <p:spPr>
          <a:xfrm>
            <a:off x="-131730" y="6361368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8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85000"/>
                </a:prst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B42163-9C8B-4AEB-9C50-F5529BD5C36B}"/>
              </a:ext>
            </a:extLst>
          </p:cNvPr>
          <p:cNvSpPr/>
          <p:nvPr userDrawn="1"/>
        </p:nvSpPr>
        <p:spPr>
          <a:xfrm rot="16200000">
            <a:off x="5821949" y="1027133"/>
            <a:ext cx="521207" cy="12218895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6CB3A-BCA5-4171-BE99-1D6F46911786}"/>
              </a:ext>
            </a:extLst>
          </p:cNvPr>
          <p:cNvSpPr/>
          <p:nvPr userDrawn="1"/>
        </p:nvSpPr>
        <p:spPr>
          <a:xfrm rot="5400000">
            <a:off x="5683838" y="-6805249"/>
            <a:ext cx="947627" cy="1263971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64ABF-EE59-4E45-BC5F-A3665732FD21}"/>
              </a:ext>
            </a:extLst>
          </p:cNvPr>
          <p:cNvSpPr/>
          <p:nvPr userDrawn="1"/>
        </p:nvSpPr>
        <p:spPr>
          <a:xfrm>
            <a:off x="-2001567" y="-416688"/>
            <a:ext cx="1974672" cy="806853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96A93-68B7-48E8-8354-9EAE3F818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1578" y="1212161"/>
            <a:ext cx="7885112" cy="40909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1284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מעוגל 8">
            <a:extLst>
              <a:ext uri="{FF2B5EF4-FFF2-40B4-BE49-F238E27FC236}">
                <a16:creationId xmlns:a16="http://schemas.microsoft.com/office/drawing/2014/main" id="{820BD794-101C-426F-8015-9C33A0E995FA}"/>
              </a:ext>
            </a:extLst>
          </p:cNvPr>
          <p:cNvSpPr/>
          <p:nvPr userDrawn="1"/>
        </p:nvSpPr>
        <p:spPr>
          <a:xfrm>
            <a:off x="-2429707" y="195047"/>
            <a:ext cx="2969302" cy="24759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6926" y="155448"/>
            <a:ext cx="9802368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026926" y="1025601"/>
            <a:ext cx="9802368" cy="431447"/>
          </a:xfrm>
        </p:spPr>
        <p:txBody>
          <a:bodyPr anchor="ctr">
            <a:noAutofit/>
          </a:bodyPr>
          <a:lstStyle>
            <a:lvl1pPr marL="185757" indent="0" algn="r">
              <a:buNone/>
              <a:defRPr sz="3000" b="1">
                <a:solidFill>
                  <a:srgbClr val="12B4BC"/>
                </a:solidFill>
                <a:latin typeface="Varela Round" pitchFamily="2" charset="-79"/>
                <a:cs typeface="Varela Round" pitchFamily="2" charset="-79"/>
              </a:defRPr>
            </a:lvl1pPr>
            <a:lvl2pPr marL="457246" indent="0">
              <a:buNone/>
              <a:defRPr sz="2000" b="1"/>
            </a:lvl2pPr>
            <a:lvl3pPr marL="914491" indent="0">
              <a:buNone/>
              <a:defRPr sz="1800" b="1"/>
            </a:lvl3pPr>
            <a:lvl4pPr marL="1371737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9" indent="0">
              <a:buNone/>
              <a:defRPr sz="1600" b="1"/>
            </a:lvl6pPr>
            <a:lvl7pPr marL="2743474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026927" y="1710442"/>
            <a:ext cx="8212766" cy="4152517"/>
          </a:xfrm>
        </p:spPr>
        <p:txBody>
          <a:bodyPr>
            <a:normAutofit/>
          </a:bodyPr>
          <a:lstStyle>
            <a:lvl1pPr marL="439782" indent="-34293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34" lvl="0" indent="-342934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3024" lvl="1" indent="-285779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8" name="מלבן מעוגל 6">
            <a:extLst>
              <a:ext uri="{FF2B5EF4-FFF2-40B4-BE49-F238E27FC236}">
                <a16:creationId xmlns:a16="http://schemas.microsoft.com/office/drawing/2014/main" id="{E6F50987-5C32-40D2-A5FB-79D9E0819C00}"/>
              </a:ext>
            </a:extLst>
          </p:cNvPr>
          <p:cNvSpPr/>
          <p:nvPr userDrawn="1"/>
        </p:nvSpPr>
        <p:spPr>
          <a:xfrm>
            <a:off x="9974795" y="5878199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2017472" y="518276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10">
            <a:extLst>
              <a:ext uri="{FF2B5EF4-FFF2-40B4-BE49-F238E27FC236}">
                <a16:creationId xmlns:a16="http://schemas.microsoft.com/office/drawing/2014/main" id="{1C8AF664-98DE-433F-9B61-94366E98BCDF}"/>
              </a:ext>
            </a:extLst>
          </p:cNvPr>
          <p:cNvSpPr/>
          <p:nvPr userDrawn="1"/>
        </p:nvSpPr>
        <p:spPr>
          <a:xfrm>
            <a:off x="8144699" y="6307826"/>
            <a:ext cx="5175721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84947B-AFA4-410D-A793-689C573D144E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4F41F-EAD8-495C-A662-C4F40F404DB3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1181A-6B49-4EE5-AE44-1B5B124FA758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13178B-7D7E-4A10-9724-453DF758F663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מציין מיקום של מספר שקופית 22">
            <a:extLst>
              <a:ext uri="{FF2B5EF4-FFF2-40B4-BE49-F238E27FC236}">
                <a16:creationId xmlns:a16="http://schemas.microsoft.com/office/drawing/2014/main" id="{7947FE0C-D7CF-4209-91A5-93564F2C3543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142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וידאו על מסך מל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מעוגל 7"/>
          <p:cNvSpPr/>
          <p:nvPr userDrawn="1"/>
        </p:nvSpPr>
        <p:spPr>
          <a:xfrm>
            <a:off x="8667715" y="-161750"/>
            <a:ext cx="5300119" cy="38235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4" name="מציין מיקום של מדיה 3">
            <a:extLst>
              <a:ext uri="{FF2B5EF4-FFF2-40B4-BE49-F238E27FC236}">
                <a16:creationId xmlns:a16="http://schemas.microsoft.com/office/drawing/2014/main" id="{DD834E78-91D0-4CCC-9C3F-C5C504CFBE13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363416" y="639717"/>
            <a:ext cx="11465168" cy="61229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מיועד לסרטים</a:t>
            </a: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2A86C914-3EB6-4303-93FB-203A29FA2E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16" y="95349"/>
            <a:ext cx="8074879" cy="400050"/>
          </a:xfr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26196-3340-4F6C-9B09-34934599BAD7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1965B-48C3-4AD9-9066-E67195630BFD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B16E1-D93B-440E-81F5-6366FDB428B8}"/>
              </a:ext>
            </a:extLst>
          </p:cNvPr>
          <p:cNvSpPr/>
          <p:nvPr userDrawn="1"/>
        </p:nvSpPr>
        <p:spPr>
          <a:xfrm rot="5400000">
            <a:off x="10129568" y="1977381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20DF7-29CF-4A0A-BC0A-7568981BF8AD}"/>
              </a:ext>
            </a:extLst>
          </p:cNvPr>
          <p:cNvSpPr/>
          <p:nvPr userDrawn="1"/>
        </p:nvSpPr>
        <p:spPr>
          <a:xfrm>
            <a:off x="-3948180" y="347118"/>
            <a:ext cx="3246401" cy="730473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0C566-C47D-446F-9E8E-EC9B0F5F1BF0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63A8D2-0547-47E3-84C0-5D60CFDB7CB1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104F3-C98B-4790-842F-F7B1B2FBDE13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7C576E-38DA-426A-9C16-921DE9A0835B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מציין מיקום של מספר שקופית 22">
            <a:extLst>
              <a:ext uri="{FF2B5EF4-FFF2-40B4-BE49-F238E27FC236}">
                <a16:creationId xmlns:a16="http://schemas.microsoft.com/office/drawing/2014/main" id="{5F1A13CD-CEB6-4958-B99A-46020ADA9375}"/>
              </a:ext>
            </a:extLst>
          </p:cNvPr>
          <p:cNvSpPr txBox="1">
            <a:spLocks/>
          </p:cNvSpPr>
          <p:nvPr userDrawn="1"/>
        </p:nvSpPr>
        <p:spPr>
          <a:xfrm>
            <a:off x="-231414" y="6409126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6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6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0419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ראשית ושתי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FEA3643-4251-43C2-A891-4C9664978E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360" y="1310640"/>
            <a:ext cx="4511040" cy="42672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כותרת 1">
            <a:extLst>
              <a:ext uri="{FF2B5EF4-FFF2-40B4-BE49-F238E27FC236}">
                <a16:creationId xmlns:a16="http://schemas.microsoft.com/office/drawing/2014/main" id="{C304FB8B-5E14-469F-8BA4-BF0F011B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926" y="155448"/>
            <a:ext cx="9802368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8">
            <a:extLst>
              <a:ext uri="{FF2B5EF4-FFF2-40B4-BE49-F238E27FC236}">
                <a16:creationId xmlns:a16="http://schemas.microsoft.com/office/drawing/2014/main" id="{B712628B-0991-4441-8324-4563256F9B32}"/>
              </a:ext>
            </a:extLst>
          </p:cNvPr>
          <p:cNvSpPr/>
          <p:nvPr userDrawn="1"/>
        </p:nvSpPr>
        <p:spPr>
          <a:xfrm>
            <a:off x="-2429707" y="195047"/>
            <a:ext cx="2969302" cy="24759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26E72AF6-8AD0-4AAD-B906-30424D022CD1}"/>
              </a:ext>
            </a:extLst>
          </p:cNvPr>
          <p:cNvSpPr/>
          <p:nvPr userDrawn="1"/>
        </p:nvSpPr>
        <p:spPr>
          <a:xfrm>
            <a:off x="9974795" y="5878199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1" name="מלבן מעוגל 8">
            <a:extLst>
              <a:ext uri="{FF2B5EF4-FFF2-40B4-BE49-F238E27FC236}">
                <a16:creationId xmlns:a16="http://schemas.microsoft.com/office/drawing/2014/main" id="{68D073A7-D8C0-45AA-A5E4-B6122A52E8F5}"/>
              </a:ext>
            </a:extLst>
          </p:cNvPr>
          <p:cNvSpPr/>
          <p:nvPr userDrawn="1"/>
        </p:nvSpPr>
        <p:spPr>
          <a:xfrm>
            <a:off x="-2017472" y="518276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2" name="מלבן מעוגל 10">
            <a:extLst>
              <a:ext uri="{FF2B5EF4-FFF2-40B4-BE49-F238E27FC236}">
                <a16:creationId xmlns:a16="http://schemas.microsoft.com/office/drawing/2014/main" id="{DF89C8AF-9EDF-46EF-BAB7-2D35F683552B}"/>
              </a:ext>
            </a:extLst>
          </p:cNvPr>
          <p:cNvSpPr/>
          <p:nvPr userDrawn="1"/>
        </p:nvSpPr>
        <p:spPr>
          <a:xfrm>
            <a:off x="8144699" y="6307826"/>
            <a:ext cx="5175721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52FC1393-B378-4A8A-8716-61E038E3D6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315" y="1310640"/>
            <a:ext cx="4511040" cy="42672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01DEB-EE2D-463E-B92D-20469AC2DACB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DC8B5D-6FF7-4E76-819C-95A4A6017B9C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0F30E8-13B7-4C55-A126-67529F765268}"/>
              </a:ext>
            </a:extLst>
          </p:cNvPr>
          <p:cNvSpPr/>
          <p:nvPr userDrawn="1"/>
        </p:nvSpPr>
        <p:spPr>
          <a:xfrm rot="5400000">
            <a:off x="10092700" y="2084060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D38CE-7F73-4533-B25A-F628D3EBA7C1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250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8216-0BA6-43E6-BC7E-F55B8D210304}" type="datetimeFigureOut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ל'/תשרי/תשפ"ד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920A-0684-464C-B81C-47D21E8E7C87}" type="slidenum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‹#›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53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4D94217A-A755-4AA8-90A8-B24CA362A241}" type="datetimeFigureOut">
              <a:rPr lang="he-IL" smtClean="0"/>
              <a:pPr/>
              <a:t>ל'/תשרי/תשפ"ד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1973BAF6-56CE-4889-A4DE-6BDC2F97D18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8866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arela Round" panose="00000500000000000000" pitchFamily="2" charset="-79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F552B-607E-4869-A917-C44959BDCB12}" type="datetimeFigureOut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ל'/תשרי/תשפ"ד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78A40-4CDB-4A89-A7AB-ED0E5AEAC786}" type="slidenum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‹#›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A36FD-4A58-4EC2-B769-2CB4558CD860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89C66-91F2-409B-AE3C-970820728814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AF9B00-5AF6-47AB-81E5-2BE048851E3E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C55C6-DFDE-44BF-BB37-E582014C2D44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08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ctr" defTabSz="914491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34" indent="-342934" algn="r" defTabSz="914491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3024" indent="-285779" algn="r" defTabSz="914491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14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60" indent="-228623" algn="r" defTabSz="914491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06" indent="-228623" algn="r" defTabSz="914491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51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 מורכבים</a:t>
            </a:r>
          </a:p>
        </p:txBody>
      </p:sp>
      <p:sp>
        <p:nvSpPr>
          <p:cNvPr id="5" name="מלבן 4"/>
          <p:cNvSpPr/>
          <p:nvPr/>
        </p:nvSpPr>
        <p:spPr>
          <a:xfrm>
            <a:off x="1205345" y="1305342"/>
            <a:ext cx="1030778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כתוב תוכנית שקולטת ציון</a:t>
            </a:r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אם מדובר במקצוע מתמטיקה:</a:t>
            </a:r>
          </a:p>
          <a:p>
            <a:endParaRPr lang="he-IL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אם הציון גדול או שווה ל 95 התוכנית מדפיסה: "</a:t>
            </a:r>
            <a:r>
              <a:rPr lang="en-US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"EXCELLENT!</a:t>
            </a:r>
          </a:p>
          <a:p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 אם הציון בין  85 לבין 95  התוכנית מדפיסה:</a:t>
            </a:r>
            <a:r>
              <a:rPr lang="en-US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“THIS IS GREAT!” </a:t>
            </a:r>
          </a:p>
          <a:p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אם הציון קטן מ 85 התוכנית מדפיסה: "</a:t>
            </a:r>
            <a:r>
              <a:rPr lang="en-US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"DO BETTER NEXT TIME..</a:t>
            </a:r>
            <a:endParaRPr lang="he-IL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endParaRPr lang="he-IL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endParaRPr lang="he-IL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אם מדובר במקצוע אנגלית:</a:t>
            </a:r>
          </a:p>
          <a:p>
            <a:endParaRPr lang="he-IL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אם הציון גדול או שווה ל 90 התוכנית מדפיסה: "</a:t>
            </a:r>
            <a:r>
              <a:rPr lang="en-US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"EXCELLENT!</a:t>
            </a:r>
          </a:p>
          <a:p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 אם הציון בין  80 לבין 90  התוכנית מדפיסה:</a:t>
            </a:r>
            <a:r>
              <a:rPr lang="en-US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“THIS IS GREAT!” </a:t>
            </a:r>
          </a:p>
          <a:p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r>
              <a:rPr lang="he-IL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אם הציון קטן מ 80 התוכנית מדפיסה: "</a:t>
            </a:r>
            <a:r>
              <a:rPr lang="en-US" sz="1600" dirty="0">
                <a:solidFill>
                  <a:srgbClr val="000000"/>
                </a:solidFill>
                <a:latin typeface="Varela Round" panose="00000500000000000000" pitchFamily="2" charset="-79"/>
              </a:rPr>
              <a:t>"DO BETTER NEXT TIME..</a:t>
            </a:r>
          </a:p>
          <a:p>
            <a:endParaRPr lang="en-US" sz="1600" dirty="0">
              <a:solidFill>
                <a:srgbClr val="000000"/>
              </a:solidFill>
              <a:latin typeface="Varela Round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17171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5F6EA2-4808-558E-6CF6-EC493D87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 מורכבים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D4E70E-E0C5-B8B1-A48C-A40EABAC562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515273" y="1385133"/>
            <a:ext cx="8076068" cy="46474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(class_exam ==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(grade &gt;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"Excellent"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elif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((grade &gt;=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85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(grade &lt;=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95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"Very good!"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"Do better next time"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elif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(class_exam ==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"English"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(grade &gt;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"Excellent"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elif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((grade &gt;=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80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(grade &lt;=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90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"Very good!"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"Do better next time"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"There is no such class"</a:t>
            </a:r>
            <a: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LID4096" altLang="LID4096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66524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ערכת נושא Office">
  <a:themeElements>
    <a:clrScheme name="מערכת שידורים">
      <a:dk1>
        <a:srgbClr val="00206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7030A0"/>
      </a:folHlink>
    </a:clrScheme>
    <a:fontScheme name="התאמה אישית 3">
      <a:majorFont>
        <a:latin typeface="Varela Round"/>
        <a:ea typeface=""/>
        <a:cs typeface="Varela Round"/>
      </a:majorFont>
      <a:minorFont>
        <a:latin typeface="Varela Round"/>
        <a:ea typeface=""/>
        <a:cs typeface="Varela Roun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235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Consolas</vt:lpstr>
      <vt:lpstr>Varela Round</vt:lpstr>
      <vt:lpstr>ערכת נושא Office</vt:lpstr>
      <vt:lpstr>1_ערכת נושא Office</vt:lpstr>
      <vt:lpstr>תנאים מורכבים</vt:lpstr>
      <vt:lpstr>תנאים מורכבים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מערכת שידורים לאומית</dc:title>
  <dc:creator>USER</dc:creator>
  <cp:lastModifiedBy>alex kr</cp:lastModifiedBy>
  <cp:revision>14</cp:revision>
  <dcterms:created xsi:type="dcterms:W3CDTF">2020-05-22T06:52:27Z</dcterms:created>
  <dcterms:modified xsi:type="dcterms:W3CDTF">2023-10-15T13:22:36Z</dcterms:modified>
</cp:coreProperties>
</file>