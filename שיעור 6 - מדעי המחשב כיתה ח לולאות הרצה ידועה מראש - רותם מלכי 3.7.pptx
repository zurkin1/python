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3" r:id="rId1"/>
  </p:sldMasterIdLst>
  <p:notesMasterIdLst>
    <p:notesMasterId r:id="rId26"/>
  </p:notesMasterIdLst>
  <p:sldIdLst>
    <p:sldId id="309" r:id="rId2"/>
    <p:sldId id="310" r:id="rId3"/>
    <p:sldId id="311" r:id="rId4"/>
    <p:sldId id="312" r:id="rId5"/>
    <p:sldId id="365" r:id="rId6"/>
    <p:sldId id="366" r:id="rId7"/>
    <p:sldId id="370" r:id="rId8"/>
    <p:sldId id="373" r:id="rId9"/>
    <p:sldId id="379" r:id="rId10"/>
    <p:sldId id="371" r:id="rId11"/>
    <p:sldId id="374" r:id="rId12"/>
    <p:sldId id="380" r:id="rId13"/>
    <p:sldId id="381" r:id="rId14"/>
    <p:sldId id="382" r:id="rId15"/>
    <p:sldId id="375" r:id="rId16"/>
    <p:sldId id="383" r:id="rId17"/>
    <p:sldId id="318" r:id="rId18"/>
    <p:sldId id="376" r:id="rId19"/>
    <p:sldId id="388" r:id="rId20"/>
    <p:sldId id="406" r:id="rId21"/>
    <p:sldId id="394" r:id="rId22"/>
    <p:sldId id="399" r:id="rId23"/>
    <p:sldId id="390" r:id="rId24"/>
    <p:sldId id="405" r:id="rId25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8750" autoAdjust="0"/>
    <p:restoredTop sz="94660"/>
  </p:normalViewPr>
  <p:slideViewPr>
    <p:cSldViewPr snapToGrid="0">
      <p:cViewPr varScale="1">
        <p:scale>
          <a:sx n="76" d="100"/>
          <a:sy n="76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kr" userId="ebad60b8f89c02e8" providerId="LiveId" clId="{F3F4FC7E-C177-486F-B158-3DB25E6D7E9C}"/>
    <pc:docChg chg="delSld">
      <pc:chgData name="alex kr" userId="ebad60b8f89c02e8" providerId="LiveId" clId="{F3F4FC7E-C177-486F-B158-3DB25E6D7E9C}" dt="2023-10-15T13:23:05.310" v="3" actId="2696"/>
      <pc:docMkLst>
        <pc:docMk/>
      </pc:docMkLst>
      <pc:sldChg chg="del">
        <pc:chgData name="alex kr" userId="ebad60b8f89c02e8" providerId="LiveId" clId="{F3F4FC7E-C177-486F-B158-3DB25E6D7E9C}" dt="2023-10-15T13:23:00.576" v="2" actId="2696"/>
        <pc:sldMkLst>
          <pc:docMk/>
          <pc:sldMk cId="2633902186" sldId="301"/>
        </pc:sldMkLst>
      </pc:sldChg>
      <pc:sldChg chg="del">
        <pc:chgData name="alex kr" userId="ebad60b8f89c02e8" providerId="LiveId" clId="{F3F4FC7E-C177-486F-B158-3DB25E6D7E9C}" dt="2023-10-15T13:23:00.576" v="2" actId="2696"/>
        <pc:sldMkLst>
          <pc:docMk/>
          <pc:sldMk cId="3939199774" sldId="302"/>
        </pc:sldMkLst>
      </pc:sldChg>
      <pc:sldChg chg="del">
        <pc:chgData name="alex kr" userId="ebad60b8f89c02e8" providerId="LiveId" clId="{F3F4FC7E-C177-486F-B158-3DB25E6D7E9C}" dt="2023-10-15T13:23:00.576" v="2" actId="2696"/>
        <pc:sldMkLst>
          <pc:docMk/>
          <pc:sldMk cId="2560737774" sldId="307"/>
        </pc:sldMkLst>
      </pc:sldChg>
      <pc:sldChg chg="del">
        <pc:chgData name="alex kr" userId="ebad60b8f89c02e8" providerId="LiveId" clId="{F3F4FC7E-C177-486F-B158-3DB25E6D7E9C}" dt="2023-10-13T19:47:17.174" v="0" actId="2696"/>
        <pc:sldMkLst>
          <pc:docMk/>
          <pc:sldMk cId="3575883570" sldId="387"/>
        </pc:sldMkLst>
      </pc:sldChg>
      <pc:sldChg chg="del">
        <pc:chgData name="alex kr" userId="ebad60b8f89c02e8" providerId="LiveId" clId="{F3F4FC7E-C177-486F-B158-3DB25E6D7E9C}" dt="2023-10-13T19:47:21.711" v="1" actId="2696"/>
        <pc:sldMkLst>
          <pc:docMk/>
          <pc:sldMk cId="3704659508" sldId="393"/>
        </pc:sldMkLst>
      </pc:sldChg>
      <pc:sldChg chg="del">
        <pc:chgData name="alex kr" userId="ebad60b8f89c02e8" providerId="LiveId" clId="{F3F4FC7E-C177-486F-B158-3DB25E6D7E9C}" dt="2023-10-15T13:23:05.310" v="3" actId="2696"/>
        <pc:sldMkLst>
          <pc:docMk/>
          <pc:sldMk cId="3989068817" sldId="404"/>
        </pc:sldMkLst>
      </pc:sldChg>
      <pc:sldMasterChg chg="delSldLayout">
        <pc:chgData name="alex kr" userId="ebad60b8f89c02e8" providerId="LiveId" clId="{F3F4FC7E-C177-486F-B158-3DB25E6D7E9C}" dt="2023-10-15T13:23:00.576" v="2" actId="2696"/>
        <pc:sldMasterMkLst>
          <pc:docMk/>
          <pc:sldMasterMk cId="528986065" sldId="2147483673"/>
        </pc:sldMasterMkLst>
        <pc:sldLayoutChg chg="del">
          <pc:chgData name="alex kr" userId="ebad60b8f89c02e8" providerId="LiveId" clId="{F3F4FC7E-C177-486F-B158-3DB25E6D7E9C}" dt="2023-10-15T13:23:00.576" v="2" actId="2696"/>
          <pc:sldLayoutMkLst>
            <pc:docMk/>
            <pc:sldMasterMk cId="528986065" sldId="2147483673"/>
            <pc:sldLayoutMk cId="4064684720" sldId="2147483676"/>
          </pc:sldLayoutMkLst>
        </pc:sldLayoutChg>
      </pc:sldMasterChg>
    </pc:docChg>
  </pc:docChgLst>
  <pc:docChgLst>
    <pc:chgData name="alex kr" userId="ebad60b8f89c02e8" providerId="LiveId" clId="{B4056DE1-7B5B-4728-A9FB-7E7B2A867175}"/>
    <pc:docChg chg="custSel addSld delSld modSld delMainMaster">
      <pc:chgData name="alex kr" userId="ebad60b8f89c02e8" providerId="LiveId" clId="{B4056DE1-7B5B-4728-A9FB-7E7B2A867175}" dt="2023-09-09T15:27:37.548" v="36" actId="2696"/>
      <pc:docMkLst>
        <pc:docMk/>
      </pc:docMkLst>
      <pc:sldChg chg="del">
        <pc:chgData name="alex kr" userId="ebad60b8f89c02e8" providerId="LiveId" clId="{B4056DE1-7B5B-4728-A9FB-7E7B2A867175}" dt="2023-09-09T14:24:26.309" v="0" actId="2696"/>
        <pc:sldMkLst>
          <pc:docMk/>
          <pc:sldMk cId="3870708508" sldId="256"/>
        </pc:sldMkLst>
      </pc:sldChg>
      <pc:sldChg chg="del">
        <pc:chgData name="alex kr" userId="ebad60b8f89c02e8" providerId="LiveId" clId="{B4056DE1-7B5B-4728-A9FB-7E7B2A867175}" dt="2023-09-09T14:28:03.242" v="4" actId="2696"/>
        <pc:sldMkLst>
          <pc:docMk/>
          <pc:sldMk cId="808921991" sldId="303"/>
        </pc:sldMkLst>
      </pc:sldChg>
      <pc:sldChg chg="del">
        <pc:chgData name="alex kr" userId="ebad60b8f89c02e8" providerId="LiveId" clId="{B4056DE1-7B5B-4728-A9FB-7E7B2A867175}" dt="2023-09-09T14:29:13.860" v="11" actId="2696"/>
        <pc:sldMkLst>
          <pc:docMk/>
          <pc:sldMk cId="2593221538" sldId="304"/>
        </pc:sldMkLst>
      </pc:sldChg>
      <pc:sldChg chg="del">
        <pc:chgData name="alex kr" userId="ebad60b8f89c02e8" providerId="LiveId" clId="{B4056DE1-7B5B-4728-A9FB-7E7B2A867175}" dt="2023-09-09T14:28:56.998" v="8" actId="2696"/>
        <pc:sldMkLst>
          <pc:docMk/>
          <pc:sldMk cId="3667686006" sldId="305"/>
        </pc:sldMkLst>
      </pc:sldChg>
      <pc:sldChg chg="del">
        <pc:chgData name="alex kr" userId="ebad60b8f89c02e8" providerId="LiveId" clId="{B4056DE1-7B5B-4728-A9FB-7E7B2A867175}" dt="2023-09-09T14:28:48.478" v="6" actId="2696"/>
        <pc:sldMkLst>
          <pc:docMk/>
          <pc:sldMk cId="913299853" sldId="306"/>
        </pc:sldMkLst>
      </pc:sldChg>
      <pc:sldChg chg="del">
        <pc:chgData name="alex kr" userId="ebad60b8f89c02e8" providerId="LiveId" clId="{B4056DE1-7B5B-4728-A9FB-7E7B2A867175}" dt="2023-09-09T14:29:42.981" v="13" actId="2696"/>
        <pc:sldMkLst>
          <pc:docMk/>
          <pc:sldMk cId="4273758209" sldId="308"/>
        </pc:sldMkLst>
      </pc:sldChg>
      <pc:sldChg chg="del">
        <pc:chgData name="alex kr" userId="ebad60b8f89c02e8" providerId="LiveId" clId="{B4056DE1-7B5B-4728-A9FB-7E7B2A867175}" dt="2023-09-09T15:27:21.286" v="33" actId="2696"/>
        <pc:sldMkLst>
          <pc:docMk/>
          <pc:sldMk cId="2350273524" sldId="319"/>
        </pc:sldMkLst>
      </pc:sldChg>
      <pc:sldChg chg="del">
        <pc:chgData name="alex kr" userId="ebad60b8f89c02e8" providerId="LiveId" clId="{B4056DE1-7B5B-4728-A9FB-7E7B2A867175}" dt="2023-09-09T15:27:24.006" v="34" actId="2696"/>
        <pc:sldMkLst>
          <pc:docMk/>
          <pc:sldMk cId="3068067858" sldId="320"/>
        </pc:sldMkLst>
      </pc:sldChg>
      <pc:sldChg chg="del">
        <pc:chgData name="alex kr" userId="ebad60b8f89c02e8" providerId="LiveId" clId="{B4056DE1-7B5B-4728-A9FB-7E7B2A867175}" dt="2023-09-09T15:27:26.533" v="35" actId="2696"/>
        <pc:sldMkLst>
          <pc:docMk/>
          <pc:sldMk cId="3853981345" sldId="321"/>
        </pc:sldMkLst>
      </pc:sldChg>
      <pc:sldChg chg="del">
        <pc:chgData name="alex kr" userId="ebad60b8f89c02e8" providerId="LiveId" clId="{B4056DE1-7B5B-4728-A9FB-7E7B2A867175}" dt="2023-09-09T15:27:37.548" v="36" actId="2696"/>
        <pc:sldMkLst>
          <pc:docMk/>
          <pc:sldMk cId="2537396019" sldId="322"/>
        </pc:sldMkLst>
      </pc:sldChg>
      <pc:sldChg chg="del">
        <pc:chgData name="alex kr" userId="ebad60b8f89c02e8" providerId="LiveId" clId="{B4056DE1-7B5B-4728-A9FB-7E7B2A867175}" dt="2023-09-09T15:27:37.548" v="36" actId="2696"/>
        <pc:sldMkLst>
          <pc:docMk/>
          <pc:sldMk cId="2367362908" sldId="323"/>
        </pc:sldMkLst>
      </pc:sldChg>
      <pc:sldChg chg="del">
        <pc:chgData name="alex kr" userId="ebad60b8f89c02e8" providerId="LiveId" clId="{B4056DE1-7B5B-4728-A9FB-7E7B2A867175}" dt="2023-09-09T14:28:21.197" v="5" actId="2696"/>
        <pc:sldMkLst>
          <pc:docMk/>
          <pc:sldMk cId="3701333893" sldId="353"/>
        </pc:sldMkLst>
      </pc:sldChg>
      <pc:sldChg chg="del">
        <pc:chgData name="alex kr" userId="ebad60b8f89c02e8" providerId="LiveId" clId="{B4056DE1-7B5B-4728-A9FB-7E7B2A867175}" dt="2023-09-09T14:28:54.460" v="7" actId="2696"/>
        <pc:sldMkLst>
          <pc:docMk/>
          <pc:sldMk cId="2495697812" sldId="354"/>
        </pc:sldMkLst>
      </pc:sldChg>
      <pc:sldChg chg="del">
        <pc:chgData name="alex kr" userId="ebad60b8f89c02e8" providerId="LiveId" clId="{B4056DE1-7B5B-4728-A9FB-7E7B2A867175}" dt="2023-09-09T15:27:37.548" v="36" actId="2696"/>
        <pc:sldMkLst>
          <pc:docMk/>
          <pc:sldMk cId="2708538089" sldId="356"/>
        </pc:sldMkLst>
      </pc:sldChg>
      <pc:sldChg chg="del">
        <pc:chgData name="alex kr" userId="ebad60b8f89c02e8" providerId="LiveId" clId="{B4056DE1-7B5B-4728-A9FB-7E7B2A867175}" dt="2023-09-09T14:28:01.042" v="3" actId="2696"/>
        <pc:sldMkLst>
          <pc:docMk/>
          <pc:sldMk cId="1023706439" sldId="357"/>
        </pc:sldMkLst>
      </pc:sldChg>
      <pc:sldChg chg="del">
        <pc:chgData name="alex kr" userId="ebad60b8f89c02e8" providerId="LiveId" clId="{B4056DE1-7B5B-4728-A9FB-7E7B2A867175}" dt="2023-09-09T14:29:07.533" v="10" actId="2696"/>
        <pc:sldMkLst>
          <pc:docMk/>
          <pc:sldMk cId="3561891546" sldId="358"/>
        </pc:sldMkLst>
      </pc:sldChg>
      <pc:sldChg chg="del">
        <pc:chgData name="alex kr" userId="ebad60b8f89c02e8" providerId="LiveId" clId="{B4056DE1-7B5B-4728-A9FB-7E7B2A867175}" dt="2023-09-09T14:29:03.462" v="9" actId="2696"/>
        <pc:sldMkLst>
          <pc:docMk/>
          <pc:sldMk cId="3877597569" sldId="359"/>
        </pc:sldMkLst>
      </pc:sldChg>
      <pc:sldChg chg="del">
        <pc:chgData name="alex kr" userId="ebad60b8f89c02e8" providerId="LiveId" clId="{B4056DE1-7B5B-4728-A9FB-7E7B2A867175}" dt="2023-09-09T14:30:16.190" v="15" actId="2696"/>
        <pc:sldMkLst>
          <pc:docMk/>
          <pc:sldMk cId="3999044168" sldId="360"/>
        </pc:sldMkLst>
      </pc:sldChg>
      <pc:sldChg chg="del">
        <pc:chgData name="alex kr" userId="ebad60b8f89c02e8" providerId="LiveId" clId="{B4056DE1-7B5B-4728-A9FB-7E7B2A867175}" dt="2023-09-09T14:30:26.924" v="17" actId="2696"/>
        <pc:sldMkLst>
          <pc:docMk/>
          <pc:sldMk cId="1041636971" sldId="364"/>
        </pc:sldMkLst>
      </pc:sldChg>
      <pc:sldChg chg="del">
        <pc:chgData name="alex kr" userId="ebad60b8f89c02e8" providerId="LiveId" clId="{B4056DE1-7B5B-4728-A9FB-7E7B2A867175}" dt="2023-09-09T14:30:09.724" v="14" actId="2696"/>
        <pc:sldMkLst>
          <pc:docMk/>
          <pc:sldMk cId="286394448" sldId="377"/>
        </pc:sldMkLst>
      </pc:sldChg>
      <pc:sldChg chg="del">
        <pc:chgData name="alex kr" userId="ebad60b8f89c02e8" providerId="LiveId" clId="{B4056DE1-7B5B-4728-A9FB-7E7B2A867175}" dt="2023-09-09T14:30:22.316" v="16" actId="2696"/>
        <pc:sldMkLst>
          <pc:docMk/>
          <pc:sldMk cId="418256706" sldId="378"/>
        </pc:sldMkLst>
      </pc:sldChg>
      <pc:sldChg chg="del">
        <pc:chgData name="alex kr" userId="ebad60b8f89c02e8" providerId="LiveId" clId="{B4056DE1-7B5B-4728-A9FB-7E7B2A867175}" dt="2023-09-09T15:27:37.548" v="36" actId="2696"/>
        <pc:sldMkLst>
          <pc:docMk/>
          <pc:sldMk cId="1300062615" sldId="384"/>
        </pc:sldMkLst>
      </pc:sldChg>
      <pc:sldChg chg="del">
        <pc:chgData name="alex kr" userId="ebad60b8f89c02e8" providerId="LiveId" clId="{B4056DE1-7B5B-4728-A9FB-7E7B2A867175}" dt="2023-09-09T14:36:21.110" v="31" actId="2696"/>
        <pc:sldMkLst>
          <pc:docMk/>
          <pc:sldMk cId="3767880778" sldId="385"/>
        </pc:sldMkLst>
      </pc:sldChg>
      <pc:sldChg chg="del">
        <pc:chgData name="alex kr" userId="ebad60b8f89c02e8" providerId="LiveId" clId="{B4056DE1-7B5B-4728-A9FB-7E7B2A867175}" dt="2023-09-09T14:33:21.389" v="19" actId="2696"/>
        <pc:sldMkLst>
          <pc:docMk/>
          <pc:sldMk cId="2927458761" sldId="386"/>
        </pc:sldMkLst>
      </pc:sldChg>
      <pc:sldChg chg="delSp modSp mod">
        <pc:chgData name="alex kr" userId="ebad60b8f89c02e8" providerId="LiveId" clId="{B4056DE1-7B5B-4728-A9FB-7E7B2A867175}" dt="2023-09-09T14:34:47.417" v="24" actId="478"/>
        <pc:sldMkLst>
          <pc:docMk/>
          <pc:sldMk cId="4227391692" sldId="388"/>
        </pc:sldMkLst>
        <pc:spChg chg="del mod">
          <ac:chgData name="alex kr" userId="ebad60b8f89c02e8" providerId="LiveId" clId="{B4056DE1-7B5B-4728-A9FB-7E7B2A867175}" dt="2023-09-09T14:34:47.417" v="24" actId="478"/>
          <ac:spMkLst>
            <pc:docMk/>
            <pc:sldMk cId="4227391692" sldId="388"/>
            <ac:spMk id="5" creationId="{00000000-0000-0000-0000-000000000000}"/>
          </ac:spMkLst>
        </pc:spChg>
      </pc:sldChg>
      <pc:sldChg chg="del">
        <pc:chgData name="alex kr" userId="ebad60b8f89c02e8" providerId="LiveId" clId="{B4056DE1-7B5B-4728-A9FB-7E7B2A867175}" dt="2023-09-09T14:35:38.310" v="28" actId="2696"/>
        <pc:sldMkLst>
          <pc:docMk/>
          <pc:sldMk cId="274008774" sldId="389"/>
        </pc:sldMkLst>
      </pc:sldChg>
      <pc:sldChg chg="del">
        <pc:chgData name="alex kr" userId="ebad60b8f89c02e8" providerId="LiveId" clId="{B4056DE1-7B5B-4728-A9FB-7E7B2A867175}" dt="2023-09-09T14:33:34.533" v="20" actId="2696"/>
        <pc:sldMkLst>
          <pc:docMk/>
          <pc:sldMk cId="4064861887" sldId="391"/>
        </pc:sldMkLst>
      </pc:sldChg>
      <pc:sldChg chg="del">
        <pc:chgData name="alex kr" userId="ebad60b8f89c02e8" providerId="LiveId" clId="{B4056DE1-7B5B-4728-A9FB-7E7B2A867175}" dt="2023-09-09T14:33:38.967" v="21" actId="2696"/>
        <pc:sldMkLst>
          <pc:docMk/>
          <pc:sldMk cId="1068595464" sldId="392"/>
        </pc:sldMkLst>
      </pc:sldChg>
      <pc:sldChg chg="del">
        <pc:chgData name="alex kr" userId="ebad60b8f89c02e8" providerId="LiveId" clId="{B4056DE1-7B5B-4728-A9FB-7E7B2A867175}" dt="2023-09-09T14:35:09.180" v="26" actId="2696"/>
        <pc:sldMkLst>
          <pc:docMk/>
          <pc:sldMk cId="4215945806" sldId="395"/>
        </pc:sldMkLst>
      </pc:sldChg>
      <pc:sldChg chg="del">
        <pc:chgData name="alex kr" userId="ebad60b8f89c02e8" providerId="LiveId" clId="{B4056DE1-7B5B-4728-A9FB-7E7B2A867175}" dt="2023-09-09T14:34:59.709" v="25" actId="2696"/>
        <pc:sldMkLst>
          <pc:docMk/>
          <pc:sldMk cId="1209573439" sldId="396"/>
        </pc:sldMkLst>
      </pc:sldChg>
      <pc:sldChg chg="del">
        <pc:chgData name="alex kr" userId="ebad60b8f89c02e8" providerId="LiveId" clId="{B4056DE1-7B5B-4728-A9FB-7E7B2A867175}" dt="2023-09-09T14:35:12.276" v="27" actId="2696"/>
        <pc:sldMkLst>
          <pc:docMk/>
          <pc:sldMk cId="2505840315" sldId="397"/>
        </pc:sldMkLst>
      </pc:sldChg>
      <pc:sldChg chg="del">
        <pc:chgData name="alex kr" userId="ebad60b8f89c02e8" providerId="LiveId" clId="{B4056DE1-7B5B-4728-A9FB-7E7B2A867175}" dt="2023-09-09T14:35:49.119" v="29" actId="2696"/>
        <pc:sldMkLst>
          <pc:docMk/>
          <pc:sldMk cId="3002610643" sldId="398"/>
        </pc:sldMkLst>
      </pc:sldChg>
      <pc:sldChg chg="del">
        <pc:chgData name="alex kr" userId="ebad60b8f89c02e8" providerId="LiveId" clId="{B4056DE1-7B5B-4728-A9FB-7E7B2A867175}" dt="2023-09-09T14:36:00.687" v="30" actId="2696"/>
        <pc:sldMkLst>
          <pc:docMk/>
          <pc:sldMk cId="3680219063" sldId="400"/>
        </pc:sldMkLst>
      </pc:sldChg>
      <pc:sldChg chg="del">
        <pc:chgData name="alex kr" userId="ebad60b8f89c02e8" providerId="LiveId" clId="{B4056DE1-7B5B-4728-A9FB-7E7B2A867175}" dt="2023-09-09T15:27:18.310" v="32" actId="2696"/>
        <pc:sldMkLst>
          <pc:docMk/>
          <pc:sldMk cId="653757331" sldId="401"/>
        </pc:sldMkLst>
      </pc:sldChg>
      <pc:sldChg chg="del">
        <pc:chgData name="alex kr" userId="ebad60b8f89c02e8" providerId="LiveId" clId="{B4056DE1-7B5B-4728-A9FB-7E7B2A867175}" dt="2023-09-09T14:29:25.025" v="12" actId="2696"/>
        <pc:sldMkLst>
          <pc:docMk/>
          <pc:sldMk cId="3455833482" sldId="403"/>
        </pc:sldMkLst>
      </pc:sldChg>
      <pc:sldChg chg="add">
        <pc:chgData name="alex kr" userId="ebad60b8f89c02e8" providerId="LiveId" clId="{B4056DE1-7B5B-4728-A9FB-7E7B2A867175}" dt="2023-09-09T14:34:43.169" v="22" actId="2890"/>
        <pc:sldMkLst>
          <pc:docMk/>
          <pc:sldMk cId="215795278" sldId="406"/>
        </pc:sldMkLst>
      </pc:sldChg>
      <pc:sldChg chg="del">
        <pc:chgData name="alex kr" userId="ebad60b8f89c02e8" providerId="LiveId" clId="{B4056DE1-7B5B-4728-A9FB-7E7B2A867175}" dt="2023-09-09T14:27:52.805" v="1" actId="2696"/>
        <pc:sldMkLst>
          <pc:docMk/>
          <pc:sldMk cId="1043667043" sldId="406"/>
        </pc:sldMkLst>
      </pc:sldChg>
      <pc:sldChg chg="del">
        <pc:chgData name="alex kr" userId="ebad60b8f89c02e8" providerId="LiveId" clId="{B4056DE1-7B5B-4728-A9FB-7E7B2A867175}" dt="2023-09-09T14:27:58.044" v="2" actId="2696"/>
        <pc:sldMkLst>
          <pc:docMk/>
          <pc:sldMk cId="1497091079" sldId="407"/>
        </pc:sldMkLst>
      </pc:sldChg>
      <pc:sldChg chg="del">
        <pc:chgData name="alex kr" userId="ebad60b8f89c02e8" providerId="LiveId" clId="{B4056DE1-7B5B-4728-A9FB-7E7B2A867175}" dt="2023-09-09T14:30:49.685" v="18" actId="2696"/>
        <pc:sldMkLst>
          <pc:docMk/>
          <pc:sldMk cId="3214173635" sldId="408"/>
        </pc:sldMkLst>
      </pc:sldChg>
      <pc:sldMasterChg chg="del delSldLayout">
        <pc:chgData name="alex kr" userId="ebad60b8f89c02e8" providerId="LiveId" clId="{B4056DE1-7B5B-4728-A9FB-7E7B2A867175}" dt="2023-09-09T14:27:52.805" v="1" actId="2696"/>
        <pc:sldMasterMkLst>
          <pc:docMk/>
          <pc:sldMasterMk cId="2903088677" sldId="2147483660"/>
        </pc:sldMasterMkLst>
        <pc:sldLayoutChg chg="del">
          <pc:chgData name="alex kr" userId="ebad60b8f89c02e8" providerId="LiveId" clId="{B4056DE1-7B5B-4728-A9FB-7E7B2A867175}" dt="2023-09-09T14:27:52.805" v="1" actId="2696"/>
          <pc:sldLayoutMkLst>
            <pc:docMk/>
            <pc:sldMasterMk cId="2903088677" sldId="2147483660"/>
            <pc:sldLayoutMk cId="243944222" sldId="2147483661"/>
          </pc:sldLayoutMkLst>
        </pc:sldLayoutChg>
        <pc:sldLayoutChg chg="del">
          <pc:chgData name="alex kr" userId="ebad60b8f89c02e8" providerId="LiveId" clId="{B4056DE1-7B5B-4728-A9FB-7E7B2A867175}" dt="2023-09-09T14:27:52.805" v="1" actId="2696"/>
          <pc:sldLayoutMkLst>
            <pc:docMk/>
            <pc:sldMasterMk cId="2903088677" sldId="2147483660"/>
            <pc:sldLayoutMk cId="3174906374" sldId="2147483662"/>
          </pc:sldLayoutMkLst>
        </pc:sldLayoutChg>
        <pc:sldLayoutChg chg="del">
          <pc:chgData name="alex kr" userId="ebad60b8f89c02e8" providerId="LiveId" clId="{B4056DE1-7B5B-4728-A9FB-7E7B2A867175}" dt="2023-09-09T14:27:52.805" v="1" actId="2696"/>
          <pc:sldLayoutMkLst>
            <pc:docMk/>
            <pc:sldMasterMk cId="2903088677" sldId="2147483660"/>
            <pc:sldLayoutMk cId="1721069805" sldId="2147483664"/>
          </pc:sldLayoutMkLst>
        </pc:sldLayoutChg>
        <pc:sldLayoutChg chg="del">
          <pc:chgData name="alex kr" userId="ebad60b8f89c02e8" providerId="LiveId" clId="{B4056DE1-7B5B-4728-A9FB-7E7B2A867175}" dt="2023-09-09T14:27:52.805" v="1" actId="2696"/>
          <pc:sldLayoutMkLst>
            <pc:docMk/>
            <pc:sldMasterMk cId="2903088677" sldId="2147483660"/>
            <pc:sldLayoutMk cId="3605386560" sldId="2147483665"/>
          </pc:sldLayoutMkLst>
        </pc:sldLayoutChg>
        <pc:sldLayoutChg chg="del">
          <pc:chgData name="alex kr" userId="ebad60b8f89c02e8" providerId="LiveId" clId="{B4056DE1-7B5B-4728-A9FB-7E7B2A867175}" dt="2023-09-09T14:27:52.805" v="1" actId="2696"/>
          <pc:sldLayoutMkLst>
            <pc:docMk/>
            <pc:sldMasterMk cId="2903088677" sldId="2147483660"/>
            <pc:sldLayoutMk cId="316452019" sldId="2147483666"/>
          </pc:sldLayoutMkLst>
        </pc:sldLayoutChg>
        <pc:sldLayoutChg chg="del">
          <pc:chgData name="alex kr" userId="ebad60b8f89c02e8" providerId="LiveId" clId="{B4056DE1-7B5B-4728-A9FB-7E7B2A867175}" dt="2023-09-09T14:27:52.805" v="1" actId="2696"/>
          <pc:sldLayoutMkLst>
            <pc:docMk/>
            <pc:sldMasterMk cId="2903088677" sldId="2147483660"/>
            <pc:sldLayoutMk cId="471284167" sldId="2147483667"/>
          </pc:sldLayoutMkLst>
        </pc:sldLayoutChg>
        <pc:sldLayoutChg chg="del">
          <pc:chgData name="alex kr" userId="ebad60b8f89c02e8" providerId="LiveId" clId="{B4056DE1-7B5B-4728-A9FB-7E7B2A867175}" dt="2023-09-09T14:27:52.805" v="1" actId="2696"/>
          <pc:sldLayoutMkLst>
            <pc:docMk/>
            <pc:sldMasterMk cId="2903088677" sldId="2147483660"/>
            <pc:sldLayoutMk cId="2496142309" sldId="2147483668"/>
          </pc:sldLayoutMkLst>
        </pc:sldLayoutChg>
        <pc:sldLayoutChg chg="del">
          <pc:chgData name="alex kr" userId="ebad60b8f89c02e8" providerId="LiveId" clId="{B4056DE1-7B5B-4728-A9FB-7E7B2A867175}" dt="2023-09-09T14:27:52.805" v="1" actId="2696"/>
          <pc:sldLayoutMkLst>
            <pc:docMk/>
            <pc:sldMasterMk cId="2903088677" sldId="2147483660"/>
            <pc:sldLayoutMk cId="1284041964" sldId="2147483669"/>
          </pc:sldLayoutMkLst>
        </pc:sldLayoutChg>
        <pc:sldLayoutChg chg="del">
          <pc:chgData name="alex kr" userId="ebad60b8f89c02e8" providerId="LiveId" clId="{B4056DE1-7B5B-4728-A9FB-7E7B2A867175}" dt="2023-09-09T14:27:52.805" v="1" actId="2696"/>
          <pc:sldLayoutMkLst>
            <pc:docMk/>
            <pc:sldMasterMk cId="2903088677" sldId="2147483660"/>
            <pc:sldLayoutMk cId="1906250216" sldId="2147483670"/>
          </pc:sldLayoutMkLst>
        </pc:sldLayoutChg>
        <pc:sldLayoutChg chg="del">
          <pc:chgData name="alex kr" userId="ebad60b8f89c02e8" providerId="LiveId" clId="{B4056DE1-7B5B-4728-A9FB-7E7B2A867175}" dt="2023-09-09T14:27:52.805" v="1" actId="2696"/>
          <pc:sldLayoutMkLst>
            <pc:docMk/>
            <pc:sldMasterMk cId="2903088677" sldId="2147483660"/>
            <pc:sldLayoutMk cId="3149534152" sldId="2147483671"/>
          </pc:sldLayoutMkLst>
        </pc:sldLayoutChg>
      </pc:sldMasterChg>
      <pc:sldMasterChg chg="delSldLayout">
        <pc:chgData name="alex kr" userId="ebad60b8f89c02e8" providerId="LiveId" clId="{B4056DE1-7B5B-4728-A9FB-7E7B2A867175}" dt="2023-09-09T15:27:37.548" v="36" actId="2696"/>
        <pc:sldMasterMkLst>
          <pc:docMk/>
          <pc:sldMasterMk cId="528986065" sldId="2147483673"/>
        </pc:sldMasterMkLst>
        <pc:sldLayoutChg chg="del">
          <pc:chgData name="alex kr" userId="ebad60b8f89c02e8" providerId="LiveId" clId="{B4056DE1-7B5B-4728-A9FB-7E7B2A867175}" dt="2023-09-09T15:27:37.548" v="36" actId="2696"/>
          <pc:sldLayoutMkLst>
            <pc:docMk/>
            <pc:sldMasterMk cId="528986065" sldId="2147483673"/>
            <pc:sldLayoutMk cId="2116037060" sldId="2147483697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endParaRPr lang="he-IL" dirty="0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fld id="{9AE5DB91-1E3D-41FB-9EE7-6C79E879573B}" type="datetimeFigureOut">
              <a:rPr lang="he-IL" smtClean="0"/>
              <a:pPr/>
              <a:t>ל'/תשרי/תשפ"ד</a:t>
            </a:fld>
            <a:endParaRPr lang="he-IL" dirty="0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 dirty="0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  <a:p>
            <a:pPr lvl="2"/>
            <a:r>
              <a:rPr lang="he-IL" dirty="0"/>
              <a:t>רמה שלישית</a:t>
            </a:r>
          </a:p>
          <a:p>
            <a:pPr lvl="3"/>
            <a:r>
              <a:rPr lang="he-IL" dirty="0"/>
              <a:t>רמה רביעית</a:t>
            </a:r>
          </a:p>
          <a:p>
            <a:pPr lvl="4"/>
            <a:r>
              <a:rPr lang="he-IL" dirty="0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endParaRPr lang="he-IL" dirty="0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fld id="{4F41A0AD-B358-454F-9AC5-6B1ABEFCACFB}" type="slidenum">
              <a:rPr lang="he-IL" smtClean="0"/>
              <a:pPr/>
              <a:t>‹#›</a:t>
            </a:fld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710164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Varela Round" panose="00000500000000000000" pitchFamily="2" charset="-79"/>
        <a:ea typeface="+mn-ea"/>
        <a:cs typeface="Varela Round" panose="00000500000000000000" pitchFamily="2" charset="-79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Varela Round" panose="00000500000000000000" pitchFamily="2" charset="-79"/>
        <a:ea typeface="+mn-ea"/>
        <a:cs typeface="Varela Round" panose="00000500000000000000" pitchFamily="2" charset="-79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Varela Round" panose="00000500000000000000" pitchFamily="2" charset="-79"/>
        <a:ea typeface="+mn-ea"/>
        <a:cs typeface="Varela Round" panose="00000500000000000000" pitchFamily="2" charset="-79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Varela Round" panose="00000500000000000000" pitchFamily="2" charset="-79"/>
        <a:ea typeface="+mn-ea"/>
        <a:cs typeface="Varela Round" panose="00000500000000000000" pitchFamily="2" charset="-79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Varela Round" panose="00000500000000000000" pitchFamily="2" charset="-79"/>
        <a:ea typeface="+mn-ea"/>
        <a:cs typeface="Varela Round" panose="00000500000000000000" pitchFamily="2" charset="-79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שער - מערכת שידורים לאומי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516000" y="2693989"/>
            <a:ext cx="11160000" cy="1470025"/>
          </a:xfrm>
        </p:spPr>
        <p:txBody>
          <a:bodyPr vert="horz" lIns="91440" tIns="45720" rIns="91440" bIns="45720" rtlCol="1" anchor="ctr">
            <a:normAutofit/>
          </a:bodyPr>
          <a:lstStyle>
            <a:lvl1pPr>
              <a:defRPr kumimoji="0" lang="he-IL" sz="6601" b="1" i="0" u="none" strike="noStrike" kern="1200" cap="none" spc="0" normalizeH="0" baseline="0" noProof="0" dirty="0" smtClean="0">
                <a:ln>
                  <a:noFill/>
                </a:ln>
                <a:solidFill>
                  <a:srgbClr val="192A72"/>
                </a:solidFill>
                <a:effectLst/>
                <a:uLnTx/>
                <a:uFillTx/>
                <a:latin typeface="Varela Round" panose="00000500000000000000" pitchFamily="2" charset="-79"/>
                <a:ea typeface="+mj-ea"/>
                <a:cs typeface="Varela Round" panose="00000500000000000000" pitchFamily="2" charset="-79"/>
              </a:defRPr>
            </a:lvl1pPr>
          </a:lstStyle>
          <a:p>
            <a:pPr marL="0" marR="0" lvl="0" indent="0" algn="ctr" defTabSz="914491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לחץ כדי לערוך סגנון כותרת</a:t>
            </a:r>
          </a:p>
        </p:txBody>
      </p:sp>
      <p:sp>
        <p:nvSpPr>
          <p:cNvPr id="7" name="מלבן מעוגל 6"/>
          <p:cNvSpPr/>
          <p:nvPr userDrawn="1"/>
        </p:nvSpPr>
        <p:spPr>
          <a:xfrm>
            <a:off x="-670069" y="6569428"/>
            <a:ext cx="2623961" cy="459108"/>
          </a:xfrm>
          <a:prstGeom prst="roundRect">
            <a:avLst>
              <a:gd name="adj" fmla="val 50000"/>
            </a:avLst>
          </a:prstGeom>
          <a:solidFill>
            <a:srgbClr val="6C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8" name="מלבן מעוגל 7"/>
          <p:cNvSpPr/>
          <p:nvPr userDrawn="1"/>
        </p:nvSpPr>
        <p:spPr>
          <a:xfrm>
            <a:off x="-1488810" y="6304086"/>
            <a:ext cx="3246400" cy="192925"/>
          </a:xfrm>
          <a:prstGeom prst="roundRect">
            <a:avLst>
              <a:gd name="adj" fmla="val 49359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9" name="מלבן מעוגל 8"/>
          <p:cNvSpPr/>
          <p:nvPr userDrawn="1"/>
        </p:nvSpPr>
        <p:spPr>
          <a:xfrm>
            <a:off x="9986482" y="-439221"/>
            <a:ext cx="4205647" cy="631862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0" name="מלבן מעוגל 9"/>
          <p:cNvSpPr/>
          <p:nvPr userDrawn="1"/>
        </p:nvSpPr>
        <p:spPr>
          <a:xfrm>
            <a:off x="8259471" y="6565100"/>
            <a:ext cx="4434214" cy="796532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pic>
        <p:nvPicPr>
          <p:cNvPr id="12" name="תמונה 1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8" r="33511" b="26248"/>
          <a:stretch/>
        </p:blipFill>
        <p:spPr>
          <a:xfrm>
            <a:off x="5445286" y="369916"/>
            <a:ext cx="1301430" cy="159743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F2D798A-D3EB-4AD6-BA0D-6AF5A272CB65}"/>
              </a:ext>
            </a:extLst>
          </p:cNvPr>
          <p:cNvSpPr/>
          <p:nvPr userDrawn="1"/>
        </p:nvSpPr>
        <p:spPr>
          <a:xfrm>
            <a:off x="-1" y="-960120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61D397-1081-475E-877E-2C0275DD9CD7}"/>
              </a:ext>
            </a:extLst>
          </p:cNvPr>
          <p:cNvSpPr/>
          <p:nvPr userDrawn="1"/>
        </p:nvSpPr>
        <p:spPr>
          <a:xfrm>
            <a:off x="-1356361" y="6875979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C9C924-5BCF-44F6-9D2C-C85E4D329EC9}"/>
              </a:ext>
            </a:extLst>
          </p:cNvPr>
          <p:cNvSpPr/>
          <p:nvPr userDrawn="1"/>
        </p:nvSpPr>
        <p:spPr>
          <a:xfrm rot="5400000">
            <a:off x="10129568" y="1977381"/>
            <a:ext cx="6987520" cy="2819401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B07856-A797-4811-9A80-36465708097A}"/>
              </a:ext>
            </a:extLst>
          </p:cNvPr>
          <p:cNvSpPr/>
          <p:nvPr userDrawn="1"/>
        </p:nvSpPr>
        <p:spPr>
          <a:xfrm>
            <a:off x="-3261642" y="347118"/>
            <a:ext cx="3246401" cy="7304731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856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פרטי השיעור, מקצוע ומור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מלבן מעוגל 9"/>
          <p:cNvSpPr/>
          <p:nvPr userDrawn="1"/>
        </p:nvSpPr>
        <p:spPr>
          <a:xfrm>
            <a:off x="212943" y="1396870"/>
            <a:ext cx="14000014" cy="2978963"/>
          </a:xfrm>
          <a:prstGeom prst="roundRect">
            <a:avLst>
              <a:gd name="adj" fmla="val 50000"/>
            </a:avLst>
          </a:prstGeom>
          <a:solidFill>
            <a:srgbClr val="E0E0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>
                <a:solidFill>
                  <a:prstClr val="white"/>
                </a:solidFill>
              </a:rPr>
              <a:t>  </a:t>
            </a:r>
          </a:p>
        </p:txBody>
      </p:sp>
      <p:sp>
        <p:nvSpPr>
          <p:cNvPr id="7" name="מלבן מעוגל 6"/>
          <p:cNvSpPr/>
          <p:nvPr userDrawn="1"/>
        </p:nvSpPr>
        <p:spPr>
          <a:xfrm>
            <a:off x="7329949" y="6240593"/>
            <a:ext cx="5333866" cy="557618"/>
          </a:xfrm>
          <a:prstGeom prst="roundRect">
            <a:avLst>
              <a:gd name="adj" fmla="val 50000"/>
            </a:avLst>
          </a:prstGeom>
          <a:solidFill>
            <a:srgbClr val="6C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1" name="מלבן מעוגל 10"/>
          <p:cNvSpPr/>
          <p:nvPr userDrawn="1"/>
        </p:nvSpPr>
        <p:spPr>
          <a:xfrm>
            <a:off x="-501113" y="87232"/>
            <a:ext cx="1428110" cy="322428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4" name="מלבן מעוגל 8">
            <a:extLst>
              <a:ext uri="{FF2B5EF4-FFF2-40B4-BE49-F238E27FC236}">
                <a16:creationId xmlns:a16="http://schemas.microsoft.com/office/drawing/2014/main" id="{404057E2-9B3D-4075-99B3-75AE757986D1}"/>
              </a:ext>
            </a:extLst>
          </p:cNvPr>
          <p:cNvSpPr/>
          <p:nvPr userDrawn="1"/>
        </p:nvSpPr>
        <p:spPr>
          <a:xfrm>
            <a:off x="10059465" y="87232"/>
            <a:ext cx="2768857" cy="451249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5" name="מלבן מעוגל 7">
            <a:extLst>
              <a:ext uri="{FF2B5EF4-FFF2-40B4-BE49-F238E27FC236}">
                <a16:creationId xmlns:a16="http://schemas.microsoft.com/office/drawing/2014/main" id="{F6801116-CC43-4B2A-8C30-E06B51438E5F}"/>
              </a:ext>
            </a:extLst>
          </p:cNvPr>
          <p:cNvSpPr/>
          <p:nvPr userDrawn="1"/>
        </p:nvSpPr>
        <p:spPr>
          <a:xfrm>
            <a:off x="9066088" y="5930032"/>
            <a:ext cx="5299429" cy="221623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3851AC-7C39-4D24-80F3-E23F47BEFFD4}"/>
              </a:ext>
            </a:extLst>
          </p:cNvPr>
          <p:cNvSpPr/>
          <p:nvPr userDrawn="1"/>
        </p:nvSpPr>
        <p:spPr>
          <a:xfrm>
            <a:off x="-1" y="-960120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AEE328-D2C3-444A-8724-BDAF608C4860}"/>
              </a:ext>
            </a:extLst>
          </p:cNvPr>
          <p:cNvSpPr/>
          <p:nvPr userDrawn="1"/>
        </p:nvSpPr>
        <p:spPr>
          <a:xfrm>
            <a:off x="-1356361" y="6875979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96B898-2CF0-49F5-BBD6-BB8ACC47A495}"/>
              </a:ext>
            </a:extLst>
          </p:cNvPr>
          <p:cNvSpPr/>
          <p:nvPr userDrawn="1"/>
        </p:nvSpPr>
        <p:spPr>
          <a:xfrm rot="5400000">
            <a:off x="10107939" y="1972518"/>
            <a:ext cx="6987520" cy="2819401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EA7E53-F4C8-4E78-8841-55D753889071}"/>
              </a:ext>
            </a:extLst>
          </p:cNvPr>
          <p:cNvSpPr/>
          <p:nvPr userDrawn="1"/>
        </p:nvSpPr>
        <p:spPr>
          <a:xfrm>
            <a:off x="-3246402" y="-426720"/>
            <a:ext cx="3246401" cy="8078569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2" name="כותרת 1">
            <a:extLst>
              <a:ext uri="{FF2B5EF4-FFF2-40B4-BE49-F238E27FC236}">
                <a16:creationId xmlns:a16="http://schemas.microsoft.com/office/drawing/2014/main" id="{6AF90618-5011-488D-8577-8090B2BE54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6000" y="1400768"/>
            <a:ext cx="10800000" cy="12600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algn="ctr">
              <a:defRPr sz="6600" b="1"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r>
              <a:rPr lang="he-IL" dirty="0"/>
              <a:t>לחץ כדי לערוך סגנון כותרת</a:t>
            </a:r>
          </a:p>
        </p:txBody>
      </p:sp>
      <p:sp>
        <p:nvSpPr>
          <p:cNvPr id="23" name="Google Shape;11;p2">
            <a:extLst>
              <a:ext uri="{FF2B5EF4-FFF2-40B4-BE49-F238E27FC236}">
                <a16:creationId xmlns:a16="http://schemas.microsoft.com/office/drawing/2014/main" id="{60774046-55DB-47C4-8731-49E4A217CD4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96000" y="2798300"/>
            <a:ext cx="10800000" cy="720000"/>
          </a:xfrm>
          <a:prstGeom prst="rect">
            <a:avLst/>
          </a:prstGeom>
        </p:spPr>
        <p:txBody>
          <a:bodyPr spcFirstLastPara="1" wrap="square" lIns="36000" tIns="36000" rIns="36000" bIns="36000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2800"/>
              <a:buNone/>
              <a:defRPr sz="3600" b="1"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00"/>
            </a:lvl9pPr>
          </a:lstStyle>
          <a:p>
            <a:endParaRPr dirty="0"/>
          </a:p>
        </p:txBody>
      </p:sp>
      <p:sp>
        <p:nvSpPr>
          <p:cNvPr id="24" name="מציין מיקום תוכן 2">
            <a:extLst>
              <a:ext uri="{FF2B5EF4-FFF2-40B4-BE49-F238E27FC236}">
                <a16:creationId xmlns:a16="http://schemas.microsoft.com/office/drawing/2014/main" id="{4EE53297-C04D-4B07-99F8-BCEC4E3B9EB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96000" y="3655832"/>
            <a:ext cx="10800000" cy="720000"/>
          </a:xfrm>
        </p:spPr>
        <p:txBody>
          <a:bodyPr anchor="ctr">
            <a:noAutofit/>
          </a:bodyPr>
          <a:lstStyle>
            <a:lvl1pPr marL="342900" indent="-34290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2800"/>
              <a:buFont typeface="Arial" pitchFamily="34" charset="0"/>
              <a:buNone/>
              <a:defRPr lang="he-IL" sz="2800" b="1" kern="1200" dirty="0" smtClean="0">
                <a:solidFill>
                  <a:srgbClr val="002060"/>
                </a:solidFill>
                <a:latin typeface="Varela Round" pitchFamily="2" charset="-79"/>
                <a:ea typeface="+mn-ea"/>
                <a:cs typeface="Varela Round" pitchFamily="2" charset="-79"/>
              </a:defRPr>
            </a:lvl1pPr>
            <a:lvl2pPr marL="342900" indent="-342900" algn="ctr" defTabSz="914400" rtl="1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ts val="2800"/>
              <a:buFont typeface="Arial" pitchFamily="34" charset="0"/>
              <a:buNone/>
              <a:defRPr lang="he-IL" sz="3200" b="1" kern="1200" dirty="0" smtClean="0">
                <a:solidFill>
                  <a:srgbClr val="002060"/>
                </a:solidFill>
                <a:latin typeface="Varela Round" pitchFamily="2" charset="-79"/>
                <a:ea typeface="+mn-ea"/>
                <a:cs typeface="Varela Round" pitchFamily="2" charset="-79"/>
              </a:defRPr>
            </a:lvl2pPr>
            <a:lvl3pPr>
              <a:lnSpc>
                <a:spcPct val="150000"/>
              </a:lnSpc>
              <a:defRPr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3pPr>
            <a:lvl4pPr>
              <a:lnSpc>
                <a:spcPct val="150000"/>
              </a:lnSpc>
              <a:defRPr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4pPr>
            <a:lvl5pPr>
              <a:lnSpc>
                <a:spcPct val="150000"/>
              </a:lnSpc>
              <a:defRPr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5pPr>
          </a:lstStyle>
          <a:p>
            <a:pPr lvl="0"/>
            <a:r>
              <a:rPr lang="he-IL" dirty="0"/>
              <a:t>לחץ כדי לערוך סגנונות טקסט של תבנית בסיס</a:t>
            </a:r>
          </a:p>
        </p:txBody>
      </p:sp>
      <p:sp>
        <p:nvSpPr>
          <p:cNvPr id="20" name="מציין מיקום של מספר שקופית 22">
            <a:extLst>
              <a:ext uri="{FF2B5EF4-FFF2-40B4-BE49-F238E27FC236}">
                <a16:creationId xmlns:a16="http://schemas.microsoft.com/office/drawing/2014/main" id="{58C13A1B-004E-44B4-BBDC-E08548A96B81}"/>
              </a:ext>
            </a:extLst>
          </p:cNvPr>
          <p:cNvSpPr txBox="1">
            <a:spLocks/>
          </p:cNvSpPr>
          <p:nvPr userDrawn="1"/>
        </p:nvSpPr>
        <p:spPr>
          <a:xfrm>
            <a:off x="-162210" y="6389199"/>
            <a:ext cx="812800" cy="521208"/>
          </a:xfrm>
          <a:prstGeom prst="rect">
            <a:avLst/>
          </a:prstGeom>
          <a:noFill/>
        </p:spPr>
        <p:txBody>
          <a:bodyPr vert="horz" anchor="ctr"/>
          <a:lstStyle>
            <a:defPPr>
              <a:defRPr lang="en-US"/>
            </a:defPPr>
            <a:lvl1pPr marL="0" algn="ctr" defTabSz="914400" rtl="0" eaLnBrk="1" latinLnBrk="0" hangingPunct="1">
              <a:defRPr kumimoji="0"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3D4E47C-59C5-4044-AEB3-F799ACC274F1}" type="slidenum">
              <a:rPr lang="he-IL" sz="1800" b="0" smtClean="0">
                <a:solidFill>
                  <a:prstClr val="white">
                    <a:lumMod val="65000"/>
                  </a:prstClr>
                </a:solidFill>
              </a:rPr>
              <a:pPr/>
              <a:t>‹#›</a:t>
            </a:fld>
            <a:endParaRPr lang="he-IL" sz="1800" b="0" dirty="0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138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כותרת ותוכן פריסה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מלבן מעוגל 10">
            <a:extLst>
              <a:ext uri="{FF2B5EF4-FFF2-40B4-BE49-F238E27FC236}">
                <a16:creationId xmlns:a16="http://schemas.microsoft.com/office/drawing/2014/main" id="{EAE132D4-D270-4859-A0A8-0EABA938935B}"/>
              </a:ext>
            </a:extLst>
          </p:cNvPr>
          <p:cNvSpPr/>
          <p:nvPr userDrawn="1"/>
        </p:nvSpPr>
        <p:spPr>
          <a:xfrm>
            <a:off x="6581228" y="6447542"/>
            <a:ext cx="5993234" cy="720000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4" name="מלבן מעוגל 6">
            <a:extLst>
              <a:ext uri="{FF2B5EF4-FFF2-40B4-BE49-F238E27FC236}">
                <a16:creationId xmlns:a16="http://schemas.microsoft.com/office/drawing/2014/main" id="{8A467694-CC08-4C30-BF05-885FCBD4CAB0}"/>
              </a:ext>
            </a:extLst>
          </p:cNvPr>
          <p:cNvSpPr/>
          <p:nvPr userDrawn="1"/>
        </p:nvSpPr>
        <p:spPr>
          <a:xfrm>
            <a:off x="9704146" y="5381191"/>
            <a:ext cx="3496396" cy="442359"/>
          </a:xfrm>
          <a:prstGeom prst="roundRect">
            <a:avLst>
              <a:gd name="adj" fmla="val 50000"/>
            </a:avLst>
          </a:prstGeom>
          <a:solidFill>
            <a:srgbClr val="6C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515273" y="998859"/>
            <a:ext cx="11161453" cy="4062435"/>
          </a:xfrm>
        </p:spPr>
        <p:txBody>
          <a:bodyPr>
            <a:normAutofit/>
          </a:bodyPr>
          <a:lstStyle>
            <a:lvl1pPr marL="268288" indent="-2682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he-IL" sz="2400" kern="1200" dirty="0" smtClean="0">
                <a:solidFill>
                  <a:srgbClr val="002060"/>
                </a:solidFill>
                <a:latin typeface="Varela Round" pitchFamily="2" charset="-79"/>
                <a:ea typeface="+mn-ea"/>
                <a:cs typeface="Varela Round" panose="00000500000000000000" pitchFamily="2" charset="-79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he-IL" sz="2400" kern="1200" dirty="0" smtClean="0">
                <a:solidFill>
                  <a:srgbClr val="002060"/>
                </a:solidFill>
                <a:latin typeface="Varela Round" pitchFamily="2" charset="-79"/>
                <a:ea typeface="+mn-ea"/>
                <a:cs typeface="Varela Round" panose="00000500000000000000" pitchFamily="2" charset="-79"/>
              </a:defRPr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marL="342900" lvl="0" indent="-342900" algn="r" defTabSz="914400" rtl="1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he-IL" dirty="0"/>
              <a:t>לחץ כדי לערוך סגנונות טקסט של תבנית בסיס</a:t>
            </a:r>
          </a:p>
          <a:p>
            <a:pPr marL="742950" lvl="1" indent="-285750" algn="r" defTabSz="914400" rtl="1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</a:pPr>
            <a:r>
              <a:rPr lang="he-IL" dirty="0"/>
              <a:t>רמה שנייה</a:t>
            </a:r>
          </a:p>
        </p:txBody>
      </p:sp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024128" y="155448"/>
            <a:ext cx="9802206" cy="720000"/>
          </a:xfrm>
          <a:noFill/>
        </p:spPr>
        <p:txBody>
          <a:bodyPr vert="horz" lIns="0" tIns="0" rIns="0" bIns="0" rtlCol="1" anchor="ctr">
            <a:noAutofit/>
          </a:bodyPr>
          <a:lstStyle>
            <a:lvl1pPr marL="0" marR="0" indent="0" algn="ct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he-IL" sz="4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arela Round" pitchFamily="2" charset="-79"/>
                <a:ea typeface="+mj-ea"/>
                <a:cs typeface="Varela Round" panose="00000500000000000000" pitchFamily="2" charset="-79"/>
              </a:defRPr>
            </a:lvl1pPr>
          </a:lstStyle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לחץ כדי לערוך סגנון כותרת של תבנית</a:t>
            </a:r>
          </a:p>
        </p:txBody>
      </p:sp>
      <p:sp>
        <p:nvSpPr>
          <p:cNvPr id="9" name="מלבן מעוגל 7">
            <a:extLst>
              <a:ext uri="{FF2B5EF4-FFF2-40B4-BE49-F238E27FC236}">
                <a16:creationId xmlns:a16="http://schemas.microsoft.com/office/drawing/2014/main" id="{53A31BA8-BED7-4737-8AF6-AA655F116E85}"/>
              </a:ext>
            </a:extLst>
          </p:cNvPr>
          <p:cNvSpPr/>
          <p:nvPr userDrawn="1"/>
        </p:nvSpPr>
        <p:spPr>
          <a:xfrm>
            <a:off x="-1226982" y="101748"/>
            <a:ext cx="2160598" cy="216817"/>
          </a:xfrm>
          <a:prstGeom prst="roundRect">
            <a:avLst>
              <a:gd name="adj" fmla="val 50000"/>
            </a:avLst>
          </a:prstGeom>
          <a:solidFill>
            <a:srgbClr val="6C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3" name="מלבן מעוגל 8">
            <a:extLst>
              <a:ext uri="{FF2B5EF4-FFF2-40B4-BE49-F238E27FC236}">
                <a16:creationId xmlns:a16="http://schemas.microsoft.com/office/drawing/2014/main" id="{2CDE3276-7F45-4436-8F72-4AC18E7F0FC7}"/>
              </a:ext>
            </a:extLst>
          </p:cNvPr>
          <p:cNvSpPr/>
          <p:nvPr userDrawn="1"/>
        </p:nvSpPr>
        <p:spPr>
          <a:xfrm>
            <a:off x="-2054055" y="390797"/>
            <a:ext cx="2969302" cy="369516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0" name="מלבן מעוגל 6">
            <a:extLst>
              <a:ext uri="{FF2B5EF4-FFF2-40B4-BE49-F238E27FC236}">
                <a16:creationId xmlns:a16="http://schemas.microsoft.com/office/drawing/2014/main" id="{53219EEB-A406-4AC2-B87E-54A955D7D483}"/>
              </a:ext>
            </a:extLst>
          </p:cNvPr>
          <p:cNvSpPr/>
          <p:nvPr userDrawn="1"/>
        </p:nvSpPr>
        <p:spPr>
          <a:xfrm>
            <a:off x="7978665" y="5944772"/>
            <a:ext cx="4766811" cy="381549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5BA376-F667-4A43-9264-CB356AE2FBF1}"/>
              </a:ext>
            </a:extLst>
          </p:cNvPr>
          <p:cNvSpPr/>
          <p:nvPr userDrawn="1"/>
        </p:nvSpPr>
        <p:spPr>
          <a:xfrm rot="5400000">
            <a:off x="9936561" y="2157343"/>
            <a:ext cx="7357170" cy="2819401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מציין מיקום של מספר שקופית 22">
            <a:extLst>
              <a:ext uri="{FF2B5EF4-FFF2-40B4-BE49-F238E27FC236}">
                <a16:creationId xmlns:a16="http://schemas.microsoft.com/office/drawing/2014/main" id="{CE73A552-D52C-4EE0-9E7A-557CEB6CE479}"/>
              </a:ext>
            </a:extLst>
          </p:cNvPr>
          <p:cNvSpPr txBox="1">
            <a:spLocks/>
          </p:cNvSpPr>
          <p:nvPr userDrawn="1"/>
        </p:nvSpPr>
        <p:spPr>
          <a:xfrm>
            <a:off x="-162210" y="6389199"/>
            <a:ext cx="812800" cy="521208"/>
          </a:xfrm>
          <a:prstGeom prst="rect">
            <a:avLst/>
          </a:prstGeom>
          <a:noFill/>
        </p:spPr>
        <p:txBody>
          <a:bodyPr vert="horz" anchor="ctr"/>
          <a:lstStyle>
            <a:defPPr>
              <a:defRPr lang="en-US"/>
            </a:defPPr>
            <a:lvl1pPr marL="0" algn="ctr" defTabSz="914400" rtl="0" eaLnBrk="1" latinLnBrk="0" hangingPunct="1">
              <a:defRPr kumimoji="0"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3D4E47C-59C5-4044-AEB3-F799ACC274F1}" type="slidenum">
              <a:rPr lang="he-IL" sz="1800" b="0" smtClean="0">
                <a:solidFill>
                  <a:prstClr val="white">
                    <a:lumMod val="65000"/>
                  </a:prstClr>
                </a:solidFill>
              </a:rPr>
              <a:pPr/>
              <a:t>‹#›</a:t>
            </a:fld>
            <a:endParaRPr lang="he-IL" sz="1800" b="0" dirty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208D21-C13C-48D3-8634-05FCD1520B3D}"/>
              </a:ext>
            </a:extLst>
          </p:cNvPr>
          <p:cNvSpPr/>
          <p:nvPr userDrawn="1"/>
        </p:nvSpPr>
        <p:spPr>
          <a:xfrm>
            <a:off x="5903744" y="6876112"/>
            <a:ext cx="6894095" cy="149330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FFA872-60FE-48B4-B509-3F90F2F53575}"/>
              </a:ext>
            </a:extLst>
          </p:cNvPr>
          <p:cNvSpPr/>
          <p:nvPr userDrawn="1"/>
        </p:nvSpPr>
        <p:spPr>
          <a:xfrm>
            <a:off x="-2191928" y="-31850"/>
            <a:ext cx="2165034" cy="7683699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502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כותרת ותוכן פריסה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024128" y="155448"/>
            <a:ext cx="9802368" cy="720000"/>
          </a:xfrm>
          <a:noFill/>
        </p:spPr>
        <p:txBody>
          <a:bodyPr vert="horz" lIns="0" tIns="0" rIns="0" bIns="0" rtlCol="1" anchor="ctr">
            <a:noAutofit/>
          </a:bodyPr>
          <a:lstStyle>
            <a:lvl1pPr marL="0" marR="0" indent="0" algn="ct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he-IL" sz="4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arela Round" pitchFamily="2" charset="-79"/>
                <a:ea typeface="+mj-ea"/>
                <a:cs typeface="Varela Round" panose="00000500000000000000" pitchFamily="2" charset="-79"/>
              </a:defRPr>
            </a:lvl1pPr>
          </a:lstStyle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לחץ כדי לערוך סגנון כותרת של תבנית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515273" y="1024128"/>
            <a:ext cx="11161453" cy="457200"/>
          </a:xfrm>
        </p:spPr>
        <p:txBody>
          <a:bodyPr lIns="0" tIns="0" rIns="0" bIns="0" anchor="ctr">
            <a:noAutofit/>
          </a:bodyPr>
          <a:lstStyle>
            <a:lvl1pPr marL="0" indent="0" algn="r">
              <a:buNone/>
              <a:defRPr sz="3000" b="1">
                <a:solidFill>
                  <a:srgbClr val="12B4BC"/>
                </a:solidFill>
                <a:latin typeface="Varela Round" pitchFamily="2" charset="-79"/>
                <a:cs typeface="Varela Round" panose="00000500000000000000" pitchFamily="2" charset="-79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dirty="0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515273" y="1567973"/>
            <a:ext cx="11161453" cy="3522187"/>
          </a:xfrm>
        </p:spPr>
        <p:txBody>
          <a:bodyPr>
            <a:normAutofit/>
          </a:bodyPr>
          <a:lstStyle>
            <a:lvl1pPr marL="268288" indent="-2682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he-IL" sz="2400" kern="1200" dirty="0" smtClean="0">
                <a:solidFill>
                  <a:srgbClr val="002060"/>
                </a:solidFill>
                <a:latin typeface="Varela Round" pitchFamily="2" charset="-79"/>
                <a:ea typeface="+mn-ea"/>
                <a:cs typeface="Varela Round" panose="00000500000000000000" pitchFamily="2" charset="-79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he-IL" sz="2400" kern="1200" dirty="0" smtClean="0">
                <a:solidFill>
                  <a:srgbClr val="002060"/>
                </a:solidFill>
                <a:latin typeface="Varela Round" pitchFamily="2" charset="-79"/>
                <a:ea typeface="+mn-ea"/>
                <a:cs typeface="Varela Round" panose="00000500000000000000" pitchFamily="2" charset="-79"/>
              </a:defRPr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marL="342900" lvl="0" indent="-342900" algn="r" defTabSz="914400" rtl="1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he-IL" dirty="0"/>
              <a:t>לחץ כדי לערוך סגנונות טקסט של תבנית בסיס</a:t>
            </a:r>
          </a:p>
          <a:p>
            <a:pPr marL="742950" lvl="1" indent="-285750" algn="r" defTabSz="914400" rtl="1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</a:pPr>
            <a:r>
              <a:rPr lang="he-IL" dirty="0"/>
              <a:t>רמה שנייה</a:t>
            </a:r>
          </a:p>
        </p:txBody>
      </p:sp>
      <p:sp>
        <p:nvSpPr>
          <p:cNvPr id="9" name="מלבן מעוגל 7">
            <a:extLst>
              <a:ext uri="{FF2B5EF4-FFF2-40B4-BE49-F238E27FC236}">
                <a16:creationId xmlns:a16="http://schemas.microsoft.com/office/drawing/2014/main" id="{53A31BA8-BED7-4737-8AF6-AA655F116E85}"/>
              </a:ext>
            </a:extLst>
          </p:cNvPr>
          <p:cNvSpPr/>
          <p:nvPr userDrawn="1"/>
        </p:nvSpPr>
        <p:spPr>
          <a:xfrm>
            <a:off x="-1377633" y="110284"/>
            <a:ext cx="2105524" cy="216817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3" name="מלבן מעוגל 8">
            <a:extLst>
              <a:ext uri="{FF2B5EF4-FFF2-40B4-BE49-F238E27FC236}">
                <a16:creationId xmlns:a16="http://schemas.microsoft.com/office/drawing/2014/main" id="{2CDE3276-7F45-4436-8F72-4AC18E7F0FC7}"/>
              </a:ext>
            </a:extLst>
          </p:cNvPr>
          <p:cNvSpPr/>
          <p:nvPr userDrawn="1"/>
        </p:nvSpPr>
        <p:spPr>
          <a:xfrm>
            <a:off x="-1729189" y="435139"/>
            <a:ext cx="2615798" cy="321877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0" name="מלבן מעוגל 6">
            <a:extLst>
              <a:ext uri="{FF2B5EF4-FFF2-40B4-BE49-F238E27FC236}">
                <a16:creationId xmlns:a16="http://schemas.microsoft.com/office/drawing/2014/main" id="{8A91BCC4-EC47-43E2-9595-B89F757E1A7A}"/>
              </a:ext>
            </a:extLst>
          </p:cNvPr>
          <p:cNvSpPr/>
          <p:nvPr userDrawn="1"/>
        </p:nvSpPr>
        <p:spPr>
          <a:xfrm>
            <a:off x="9323387" y="5555326"/>
            <a:ext cx="4766811" cy="357667"/>
          </a:xfrm>
          <a:prstGeom prst="roundRect">
            <a:avLst>
              <a:gd name="adj" fmla="val 50000"/>
            </a:avLst>
          </a:prstGeom>
          <a:solidFill>
            <a:srgbClr val="6C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1" name="מלבן מעוגל 10">
            <a:extLst>
              <a:ext uri="{FF2B5EF4-FFF2-40B4-BE49-F238E27FC236}">
                <a16:creationId xmlns:a16="http://schemas.microsoft.com/office/drawing/2014/main" id="{238EE3F7-5012-4191-9ABD-A8E69370622E}"/>
              </a:ext>
            </a:extLst>
          </p:cNvPr>
          <p:cNvSpPr/>
          <p:nvPr userDrawn="1"/>
        </p:nvSpPr>
        <p:spPr>
          <a:xfrm>
            <a:off x="8679109" y="6024163"/>
            <a:ext cx="4127100" cy="720000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5" name="מציין מיקום של מספר שקופית 22">
            <a:extLst>
              <a:ext uri="{FF2B5EF4-FFF2-40B4-BE49-F238E27FC236}">
                <a16:creationId xmlns:a16="http://schemas.microsoft.com/office/drawing/2014/main" id="{31BF6EDC-D21A-4961-802C-6C57056DED88}"/>
              </a:ext>
            </a:extLst>
          </p:cNvPr>
          <p:cNvSpPr txBox="1">
            <a:spLocks/>
          </p:cNvSpPr>
          <p:nvPr userDrawn="1"/>
        </p:nvSpPr>
        <p:spPr>
          <a:xfrm>
            <a:off x="-162210" y="6389199"/>
            <a:ext cx="812800" cy="521208"/>
          </a:xfrm>
          <a:prstGeom prst="rect">
            <a:avLst/>
          </a:prstGeom>
          <a:noFill/>
        </p:spPr>
        <p:txBody>
          <a:bodyPr vert="horz" anchor="ctr"/>
          <a:lstStyle>
            <a:defPPr>
              <a:defRPr lang="en-US"/>
            </a:defPPr>
            <a:lvl1pPr marL="0" algn="ctr" defTabSz="914400" rtl="0" eaLnBrk="1" latinLnBrk="0" hangingPunct="1">
              <a:defRPr kumimoji="0"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3D4E47C-59C5-4044-AEB3-F799ACC274F1}" type="slidenum">
              <a:rPr lang="he-IL" sz="1800" b="0" smtClean="0">
                <a:solidFill>
                  <a:prstClr val="white">
                    <a:lumMod val="65000"/>
                  </a:prstClr>
                </a:solidFill>
              </a:rPr>
              <a:pPr/>
              <a:t>‹#›</a:t>
            </a:fld>
            <a:endParaRPr lang="he-IL" sz="1800" b="0" dirty="0">
              <a:solidFill>
                <a:prstClr val="white">
                  <a:lumMod val="65000"/>
                </a:prstClr>
              </a:solidFill>
            </a:endParaRPr>
          </a:p>
        </p:txBody>
      </p:sp>
      <p:sp>
        <p:nvSpPr>
          <p:cNvPr id="14" name="מלבן מעוגל 6">
            <a:extLst>
              <a:ext uri="{FF2B5EF4-FFF2-40B4-BE49-F238E27FC236}">
                <a16:creationId xmlns:a16="http://schemas.microsoft.com/office/drawing/2014/main" id="{09765D6C-4312-45BD-AEDC-93B641915820}"/>
              </a:ext>
            </a:extLst>
          </p:cNvPr>
          <p:cNvSpPr/>
          <p:nvPr userDrawn="1"/>
        </p:nvSpPr>
        <p:spPr>
          <a:xfrm>
            <a:off x="11005702" y="5213334"/>
            <a:ext cx="2372591" cy="251305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0EF58C-1955-4299-80B8-7931E9453E0B}"/>
              </a:ext>
            </a:extLst>
          </p:cNvPr>
          <p:cNvSpPr/>
          <p:nvPr userDrawn="1"/>
        </p:nvSpPr>
        <p:spPr>
          <a:xfrm rot="5400000">
            <a:off x="10107939" y="1954539"/>
            <a:ext cx="6987520" cy="2819401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ECE651A-F01C-47F6-93CB-FED077AFFFB4}"/>
              </a:ext>
            </a:extLst>
          </p:cNvPr>
          <p:cNvSpPr/>
          <p:nvPr userDrawn="1"/>
        </p:nvSpPr>
        <p:spPr>
          <a:xfrm>
            <a:off x="-3273296" y="-31850"/>
            <a:ext cx="3246401" cy="7683699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501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 פריסה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024128" y="152134"/>
            <a:ext cx="9802368" cy="720000"/>
          </a:xfrm>
        </p:spPr>
        <p:txBody>
          <a:bodyPr lIns="36000" tIns="0" rIns="36000" bIns="0">
            <a:noAutofit/>
          </a:bodyPr>
          <a:lstStyle>
            <a:lvl1pPr marL="0" indent="0">
              <a:tabLst>
                <a:tab pos="11659766" algn="l"/>
              </a:tabLst>
              <a:defRPr sz="4400" b="1"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1pPr>
          </a:lstStyle>
          <a:p>
            <a:r>
              <a:rPr lang="he-IL" dirty="0"/>
              <a:t>לחץ כדי לערוך סגנון כותרת של תבנית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024128" y="1049185"/>
            <a:ext cx="8031962" cy="4611559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defRPr sz="2400"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1pPr>
            <a:lvl2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defRPr sz="2400"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2pPr>
            <a:lvl3pPr>
              <a:lnSpc>
                <a:spcPct val="150000"/>
              </a:lnSpc>
              <a:defRPr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3pPr>
            <a:lvl4pPr>
              <a:lnSpc>
                <a:spcPct val="150000"/>
              </a:lnSpc>
              <a:defRPr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4pPr>
            <a:lvl5pPr>
              <a:lnSpc>
                <a:spcPct val="150000"/>
              </a:lnSpc>
              <a:defRPr>
                <a:solidFill>
                  <a:srgbClr val="002060"/>
                </a:solidFill>
                <a:latin typeface="Varela Round" pitchFamily="2" charset="-79"/>
                <a:cs typeface="Varela Round" pitchFamily="2" charset="-79"/>
              </a:defRPr>
            </a:lvl5pPr>
          </a:lstStyle>
          <a:p>
            <a:pPr lvl="0"/>
            <a:r>
              <a:rPr lang="he-IL" dirty="0"/>
              <a:t>לחץ כדי לערוך סגנונות טקסט של תבנית בסיס</a:t>
            </a:r>
          </a:p>
          <a:p>
            <a:pPr lvl="1"/>
            <a:r>
              <a:rPr lang="he-IL" dirty="0"/>
              <a:t>רמה שנייה</a:t>
            </a:r>
          </a:p>
        </p:txBody>
      </p:sp>
      <p:sp>
        <p:nvSpPr>
          <p:cNvPr id="7" name="מלבן מעוגל 6"/>
          <p:cNvSpPr/>
          <p:nvPr userDrawn="1"/>
        </p:nvSpPr>
        <p:spPr>
          <a:xfrm>
            <a:off x="-234936" y="5807316"/>
            <a:ext cx="4766191" cy="357667"/>
          </a:xfrm>
          <a:prstGeom prst="roundRect">
            <a:avLst>
              <a:gd name="adj" fmla="val 50000"/>
            </a:avLst>
          </a:prstGeom>
          <a:solidFill>
            <a:srgbClr val="6C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8" name="מלבן מעוגל 7"/>
          <p:cNvSpPr/>
          <p:nvPr userDrawn="1"/>
        </p:nvSpPr>
        <p:spPr>
          <a:xfrm>
            <a:off x="11218431" y="239177"/>
            <a:ext cx="1706880" cy="458399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9" name="מלבן מעוגל 8"/>
          <p:cNvSpPr/>
          <p:nvPr userDrawn="1"/>
        </p:nvSpPr>
        <p:spPr>
          <a:xfrm>
            <a:off x="-388620" y="6235866"/>
            <a:ext cx="7724431" cy="674541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C6E834-92B3-4A32-920C-9FA2D6987411}"/>
              </a:ext>
            </a:extLst>
          </p:cNvPr>
          <p:cNvSpPr/>
          <p:nvPr userDrawn="1"/>
        </p:nvSpPr>
        <p:spPr>
          <a:xfrm>
            <a:off x="-1" y="-960120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6D60292-D9F7-4A35-9D0A-68A9095BDE1E}"/>
              </a:ext>
            </a:extLst>
          </p:cNvPr>
          <p:cNvSpPr/>
          <p:nvPr userDrawn="1"/>
        </p:nvSpPr>
        <p:spPr>
          <a:xfrm>
            <a:off x="-1356361" y="6889426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53CA14-A360-48A3-A071-94DFC2B62EDC}"/>
              </a:ext>
            </a:extLst>
          </p:cNvPr>
          <p:cNvSpPr/>
          <p:nvPr userDrawn="1"/>
        </p:nvSpPr>
        <p:spPr>
          <a:xfrm rot="5400000">
            <a:off x="10121386" y="1972518"/>
            <a:ext cx="6987520" cy="2819401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536A81-6863-4B7C-BB9A-6F6DBBAB87E2}"/>
              </a:ext>
            </a:extLst>
          </p:cNvPr>
          <p:cNvSpPr/>
          <p:nvPr userDrawn="1"/>
        </p:nvSpPr>
        <p:spPr>
          <a:xfrm>
            <a:off x="-3273296" y="-31850"/>
            <a:ext cx="3246401" cy="7683699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מציין מיקום של מספר שקופית 22">
            <a:extLst>
              <a:ext uri="{FF2B5EF4-FFF2-40B4-BE49-F238E27FC236}">
                <a16:creationId xmlns:a16="http://schemas.microsoft.com/office/drawing/2014/main" id="{6A93F88D-0694-4107-9D3A-245864065D84}"/>
              </a:ext>
            </a:extLst>
          </p:cNvPr>
          <p:cNvSpPr txBox="1">
            <a:spLocks/>
          </p:cNvSpPr>
          <p:nvPr userDrawn="1"/>
        </p:nvSpPr>
        <p:spPr>
          <a:xfrm>
            <a:off x="-162210" y="6389199"/>
            <a:ext cx="812800" cy="521208"/>
          </a:xfrm>
          <a:prstGeom prst="rect">
            <a:avLst/>
          </a:prstGeom>
          <a:noFill/>
        </p:spPr>
        <p:txBody>
          <a:bodyPr vert="horz" anchor="ctr"/>
          <a:lstStyle>
            <a:defPPr>
              <a:defRPr lang="en-US"/>
            </a:defPPr>
            <a:lvl1pPr marL="0" algn="ctr" defTabSz="914400" rtl="0" eaLnBrk="1" latinLnBrk="0" hangingPunct="1">
              <a:defRPr kumimoji="0"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3D4E47C-59C5-4044-AEB3-F799ACC274F1}" type="slidenum">
              <a:rPr lang="he-IL" sz="1800" b="0" smtClean="0">
                <a:solidFill>
                  <a:prstClr val="white">
                    <a:lumMod val="85000"/>
                  </a:prstClr>
                </a:solidFill>
              </a:rPr>
              <a:pPr/>
              <a:t>‹#›</a:t>
            </a:fld>
            <a:endParaRPr lang="he-IL" sz="1800" b="0" dirty="0">
              <a:solidFill>
                <a:prstClr val="white">
                  <a:lumMod val="8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1252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כותרת בלבד פריסה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024128" y="155448"/>
            <a:ext cx="9802368" cy="720000"/>
          </a:xfrm>
          <a:noFill/>
        </p:spPr>
        <p:txBody>
          <a:bodyPr vert="horz" lIns="0" tIns="0" rIns="0" bIns="0" rtlCol="1" anchor="ctr">
            <a:noAutofit/>
          </a:bodyPr>
          <a:lstStyle>
            <a:lvl1pPr marL="0" marR="0" indent="0" algn="ct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he-IL" sz="4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arela Round" pitchFamily="2" charset="-79"/>
                <a:ea typeface="+mj-ea"/>
                <a:cs typeface="Varela Round" panose="00000500000000000000" pitchFamily="2" charset="-79"/>
              </a:defRPr>
            </a:lvl1pPr>
          </a:lstStyle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לחץ כדי לערוך סגנון כותרת של תבנית</a:t>
            </a:r>
          </a:p>
        </p:txBody>
      </p:sp>
      <p:sp>
        <p:nvSpPr>
          <p:cNvPr id="9" name="מלבן מעוגל 7">
            <a:extLst>
              <a:ext uri="{FF2B5EF4-FFF2-40B4-BE49-F238E27FC236}">
                <a16:creationId xmlns:a16="http://schemas.microsoft.com/office/drawing/2014/main" id="{53A31BA8-BED7-4737-8AF6-AA655F116E85}"/>
              </a:ext>
            </a:extLst>
          </p:cNvPr>
          <p:cNvSpPr/>
          <p:nvPr userDrawn="1"/>
        </p:nvSpPr>
        <p:spPr>
          <a:xfrm>
            <a:off x="11497481" y="487099"/>
            <a:ext cx="1576672" cy="289443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3" name="מלבן מעוגל 8">
            <a:extLst>
              <a:ext uri="{FF2B5EF4-FFF2-40B4-BE49-F238E27FC236}">
                <a16:creationId xmlns:a16="http://schemas.microsoft.com/office/drawing/2014/main" id="{2CDE3276-7F45-4436-8F72-4AC18E7F0FC7}"/>
              </a:ext>
            </a:extLst>
          </p:cNvPr>
          <p:cNvSpPr/>
          <p:nvPr userDrawn="1"/>
        </p:nvSpPr>
        <p:spPr>
          <a:xfrm>
            <a:off x="11150538" y="127099"/>
            <a:ext cx="1879662" cy="289443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7" name="מלבן מעוגל 6">
            <a:extLst>
              <a:ext uri="{FF2B5EF4-FFF2-40B4-BE49-F238E27FC236}">
                <a16:creationId xmlns:a16="http://schemas.microsoft.com/office/drawing/2014/main" id="{469E9F25-935E-4A65-8AF2-C1B8F105C612}"/>
              </a:ext>
            </a:extLst>
          </p:cNvPr>
          <p:cNvSpPr/>
          <p:nvPr userDrawn="1"/>
        </p:nvSpPr>
        <p:spPr>
          <a:xfrm>
            <a:off x="-487680" y="5923581"/>
            <a:ext cx="3133018" cy="357667"/>
          </a:xfrm>
          <a:prstGeom prst="roundRect">
            <a:avLst>
              <a:gd name="adj" fmla="val 50000"/>
            </a:avLst>
          </a:prstGeom>
          <a:solidFill>
            <a:srgbClr val="6C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0" name="מלבן מעוגל 10">
            <a:extLst>
              <a:ext uri="{FF2B5EF4-FFF2-40B4-BE49-F238E27FC236}">
                <a16:creationId xmlns:a16="http://schemas.microsoft.com/office/drawing/2014/main" id="{DD33049F-8FB3-46DC-B84B-8E763BCBCAC1}"/>
              </a:ext>
            </a:extLst>
          </p:cNvPr>
          <p:cNvSpPr/>
          <p:nvPr userDrawn="1"/>
        </p:nvSpPr>
        <p:spPr>
          <a:xfrm>
            <a:off x="-976438" y="6359813"/>
            <a:ext cx="7301038" cy="658080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761EC8D2-662F-4FBE-BF29-06100D51DE7E}"/>
              </a:ext>
            </a:extLst>
          </p:cNvPr>
          <p:cNvSpPr/>
          <p:nvPr userDrawn="1"/>
        </p:nvSpPr>
        <p:spPr>
          <a:xfrm rot="5400000">
            <a:off x="9360283" y="2733622"/>
            <a:ext cx="6987520" cy="1297194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מציין מיקום של מספר שקופית 22">
            <a:extLst>
              <a:ext uri="{FF2B5EF4-FFF2-40B4-BE49-F238E27FC236}">
                <a16:creationId xmlns:a16="http://schemas.microsoft.com/office/drawing/2014/main" id="{23075256-456E-41D8-BDFD-8C3A8EA654D2}"/>
              </a:ext>
            </a:extLst>
          </p:cNvPr>
          <p:cNvSpPr txBox="1">
            <a:spLocks/>
          </p:cNvSpPr>
          <p:nvPr userDrawn="1"/>
        </p:nvSpPr>
        <p:spPr>
          <a:xfrm>
            <a:off x="-131730" y="6361368"/>
            <a:ext cx="812800" cy="521208"/>
          </a:xfrm>
          <a:prstGeom prst="rect">
            <a:avLst/>
          </a:prstGeom>
          <a:noFill/>
        </p:spPr>
        <p:txBody>
          <a:bodyPr vert="horz" anchor="ctr"/>
          <a:lstStyle>
            <a:defPPr>
              <a:defRPr lang="en-US"/>
            </a:defPPr>
            <a:lvl1pPr marL="0" algn="ctr" defTabSz="914400" rtl="0" eaLnBrk="1" latinLnBrk="0" hangingPunct="1">
              <a:defRPr kumimoji="0"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3D4E47C-59C5-4044-AEB3-F799ACC274F1}" type="slidenum">
              <a:rPr lang="he-IL" sz="1800" b="0" smtClean="0">
                <a:solidFill>
                  <a:prstClr val="white">
                    <a:lumMod val="85000"/>
                  </a:prstClr>
                </a:solidFill>
              </a:rPr>
              <a:pPr/>
              <a:t>‹#›</a:t>
            </a:fld>
            <a:endParaRPr lang="he-IL" sz="1800" b="0" dirty="0">
              <a:solidFill>
                <a:prstClr val="white">
                  <a:lumMod val="85000"/>
                </a:prst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B42163-9C8B-4AEB-9C50-F5529BD5C36B}"/>
              </a:ext>
            </a:extLst>
          </p:cNvPr>
          <p:cNvSpPr/>
          <p:nvPr userDrawn="1"/>
        </p:nvSpPr>
        <p:spPr>
          <a:xfrm rot="16200000">
            <a:off x="5821949" y="1027133"/>
            <a:ext cx="521207" cy="12218895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26CB3A-BCA5-4171-BE99-1D6F46911786}"/>
              </a:ext>
            </a:extLst>
          </p:cNvPr>
          <p:cNvSpPr/>
          <p:nvPr userDrawn="1"/>
        </p:nvSpPr>
        <p:spPr>
          <a:xfrm rot="5400000">
            <a:off x="5683838" y="-6805249"/>
            <a:ext cx="947627" cy="12639719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964ABF-EE59-4E45-BC5F-A3665732FD21}"/>
              </a:ext>
            </a:extLst>
          </p:cNvPr>
          <p:cNvSpPr/>
          <p:nvPr userDrawn="1"/>
        </p:nvSpPr>
        <p:spPr>
          <a:xfrm>
            <a:off x="-2001567" y="-416688"/>
            <a:ext cx="1974672" cy="8068538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596A93-68B7-48E8-8354-9EAE3F8183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51578" y="1212161"/>
            <a:ext cx="7885112" cy="4090988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10849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כותרת ותוכן פריסה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מלבן מעוגל 8">
            <a:extLst>
              <a:ext uri="{FF2B5EF4-FFF2-40B4-BE49-F238E27FC236}">
                <a16:creationId xmlns:a16="http://schemas.microsoft.com/office/drawing/2014/main" id="{820BD794-101C-426F-8015-9C33A0E995FA}"/>
              </a:ext>
            </a:extLst>
          </p:cNvPr>
          <p:cNvSpPr/>
          <p:nvPr userDrawn="1"/>
        </p:nvSpPr>
        <p:spPr>
          <a:xfrm>
            <a:off x="-2429707" y="195047"/>
            <a:ext cx="2969302" cy="247597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026926" y="155448"/>
            <a:ext cx="9802368" cy="720000"/>
          </a:xfrm>
          <a:noFill/>
        </p:spPr>
        <p:txBody>
          <a:bodyPr vert="horz" lIns="91440" tIns="45720" rIns="91440" bIns="45720" rtlCol="1" anchor="ctr">
            <a:noAutofit/>
          </a:bodyPr>
          <a:lstStyle>
            <a:lvl1pPr marL="0" marR="0" indent="0" algn="ctr" defTabSz="914491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he-IL" sz="4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arela Round" pitchFamily="2" charset="-79"/>
                <a:ea typeface="+mj-ea"/>
                <a:cs typeface="Varela Round" pitchFamily="2" charset="-79"/>
              </a:defRPr>
            </a:lvl1pPr>
          </a:lstStyle>
          <a:p>
            <a:pPr marL="0" marR="0" lvl="0" indent="0" algn="ctr" defTabSz="914491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לחץ כדי לערוך סגנון כותרת של תבנית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1026926" y="1025601"/>
            <a:ext cx="9802368" cy="431447"/>
          </a:xfrm>
        </p:spPr>
        <p:txBody>
          <a:bodyPr anchor="ctr">
            <a:noAutofit/>
          </a:bodyPr>
          <a:lstStyle>
            <a:lvl1pPr marL="185757" indent="0" algn="r">
              <a:buNone/>
              <a:defRPr sz="3000" b="1">
                <a:solidFill>
                  <a:srgbClr val="12B4BC"/>
                </a:solidFill>
                <a:latin typeface="Varela Round" pitchFamily="2" charset="-79"/>
                <a:cs typeface="Varela Round" pitchFamily="2" charset="-79"/>
              </a:defRPr>
            </a:lvl1pPr>
            <a:lvl2pPr marL="457246" indent="0">
              <a:buNone/>
              <a:defRPr sz="2000" b="1"/>
            </a:lvl2pPr>
            <a:lvl3pPr marL="914491" indent="0">
              <a:buNone/>
              <a:defRPr sz="1800" b="1"/>
            </a:lvl3pPr>
            <a:lvl4pPr marL="1371737" indent="0">
              <a:buNone/>
              <a:defRPr sz="1600" b="1"/>
            </a:lvl4pPr>
            <a:lvl5pPr marL="1828983" indent="0">
              <a:buNone/>
              <a:defRPr sz="1600" b="1"/>
            </a:lvl5pPr>
            <a:lvl6pPr marL="2286229" indent="0">
              <a:buNone/>
              <a:defRPr sz="1600" b="1"/>
            </a:lvl6pPr>
            <a:lvl7pPr marL="2743474" indent="0">
              <a:buNone/>
              <a:defRPr sz="1600" b="1"/>
            </a:lvl7pPr>
            <a:lvl8pPr marL="3200720" indent="0">
              <a:buNone/>
              <a:defRPr sz="1600" b="1"/>
            </a:lvl8pPr>
            <a:lvl9pPr marL="3657966" indent="0">
              <a:buNone/>
              <a:defRPr sz="1600" b="1"/>
            </a:lvl9pPr>
          </a:lstStyle>
          <a:p>
            <a:pPr lvl="0"/>
            <a:r>
              <a:rPr lang="he-IL" dirty="0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1026927" y="1710442"/>
            <a:ext cx="8212766" cy="4152517"/>
          </a:xfrm>
        </p:spPr>
        <p:txBody>
          <a:bodyPr>
            <a:normAutofit/>
          </a:bodyPr>
          <a:lstStyle>
            <a:lvl1pPr marL="439782" indent="-342934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he-IL" sz="2400" kern="1200" dirty="0" smtClean="0">
                <a:solidFill>
                  <a:srgbClr val="002060"/>
                </a:solidFill>
                <a:latin typeface="Varela Round" pitchFamily="2" charset="-79"/>
                <a:ea typeface="+mn-ea"/>
                <a:cs typeface="Varela Round" pitchFamily="2" charset="-79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he-IL" sz="2400" kern="1200" dirty="0" smtClean="0">
                <a:solidFill>
                  <a:srgbClr val="002060"/>
                </a:solidFill>
                <a:latin typeface="Varela Round" pitchFamily="2" charset="-79"/>
                <a:ea typeface="+mn-ea"/>
                <a:cs typeface="Varela Round" pitchFamily="2" charset="-79"/>
              </a:defRPr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marL="342934" lvl="0" indent="-342934" algn="r" defTabSz="914491" rtl="1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lang="he-IL" dirty="0"/>
              <a:t>לחץ כדי לערוך סגנונות טקסט של תבנית בסיס</a:t>
            </a:r>
          </a:p>
          <a:p>
            <a:pPr marL="743024" lvl="1" indent="-285779" algn="r" defTabSz="914491" rtl="1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</a:pPr>
            <a:r>
              <a:rPr lang="he-IL" dirty="0"/>
              <a:t>רמה שנייה</a:t>
            </a:r>
          </a:p>
        </p:txBody>
      </p:sp>
      <p:sp>
        <p:nvSpPr>
          <p:cNvPr id="8" name="מלבן מעוגל 6">
            <a:extLst>
              <a:ext uri="{FF2B5EF4-FFF2-40B4-BE49-F238E27FC236}">
                <a16:creationId xmlns:a16="http://schemas.microsoft.com/office/drawing/2014/main" id="{E6F50987-5C32-40D2-A5FB-79D9E0819C00}"/>
              </a:ext>
            </a:extLst>
          </p:cNvPr>
          <p:cNvSpPr/>
          <p:nvPr userDrawn="1"/>
        </p:nvSpPr>
        <p:spPr>
          <a:xfrm>
            <a:off x="9974795" y="5878199"/>
            <a:ext cx="4766811" cy="357667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solidFill>
                <a:prstClr val="white"/>
              </a:solidFill>
            </a:endParaRPr>
          </a:p>
        </p:txBody>
      </p:sp>
      <p:sp>
        <p:nvSpPr>
          <p:cNvPr id="13" name="מלבן מעוגל 8">
            <a:extLst>
              <a:ext uri="{FF2B5EF4-FFF2-40B4-BE49-F238E27FC236}">
                <a16:creationId xmlns:a16="http://schemas.microsoft.com/office/drawing/2014/main" id="{2CDE3276-7F45-4436-8F72-4AC18E7F0FC7}"/>
              </a:ext>
            </a:extLst>
          </p:cNvPr>
          <p:cNvSpPr/>
          <p:nvPr userDrawn="1"/>
        </p:nvSpPr>
        <p:spPr>
          <a:xfrm>
            <a:off x="-2017472" y="518276"/>
            <a:ext cx="2969302" cy="369516"/>
          </a:xfrm>
          <a:prstGeom prst="roundRect">
            <a:avLst>
              <a:gd name="adj" fmla="val 50000"/>
            </a:avLst>
          </a:prstGeom>
          <a:solidFill>
            <a:srgbClr val="6C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4" name="מלבן מעוגל 10">
            <a:extLst>
              <a:ext uri="{FF2B5EF4-FFF2-40B4-BE49-F238E27FC236}">
                <a16:creationId xmlns:a16="http://schemas.microsoft.com/office/drawing/2014/main" id="{1C8AF664-98DE-433F-9B61-94366E98BCDF}"/>
              </a:ext>
            </a:extLst>
          </p:cNvPr>
          <p:cNvSpPr/>
          <p:nvPr userDrawn="1"/>
        </p:nvSpPr>
        <p:spPr>
          <a:xfrm>
            <a:off x="8144699" y="6307826"/>
            <a:ext cx="5175721" cy="720000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84947B-AFA4-410D-A793-689C573D144E}"/>
              </a:ext>
            </a:extLst>
          </p:cNvPr>
          <p:cNvSpPr/>
          <p:nvPr userDrawn="1"/>
        </p:nvSpPr>
        <p:spPr>
          <a:xfrm>
            <a:off x="-1" y="-960120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D4F41F-EAD8-495C-A662-C4F40F404DB3}"/>
              </a:ext>
            </a:extLst>
          </p:cNvPr>
          <p:cNvSpPr/>
          <p:nvPr userDrawn="1"/>
        </p:nvSpPr>
        <p:spPr>
          <a:xfrm>
            <a:off x="-1356361" y="6889426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A1181A-6B49-4EE5-AE44-1B5B124FA758}"/>
              </a:ext>
            </a:extLst>
          </p:cNvPr>
          <p:cNvSpPr/>
          <p:nvPr userDrawn="1"/>
        </p:nvSpPr>
        <p:spPr>
          <a:xfrm rot="5400000">
            <a:off x="10121386" y="1972518"/>
            <a:ext cx="6987520" cy="2819401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13178B-7D7E-4A10-9724-453DF758F663}"/>
              </a:ext>
            </a:extLst>
          </p:cNvPr>
          <p:cNvSpPr/>
          <p:nvPr userDrawn="1"/>
        </p:nvSpPr>
        <p:spPr>
          <a:xfrm>
            <a:off x="-3273296" y="-31850"/>
            <a:ext cx="3246401" cy="7683699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מציין מיקום של מספר שקופית 22">
            <a:extLst>
              <a:ext uri="{FF2B5EF4-FFF2-40B4-BE49-F238E27FC236}">
                <a16:creationId xmlns:a16="http://schemas.microsoft.com/office/drawing/2014/main" id="{7947FE0C-D7CF-4209-91A5-93564F2C3543}"/>
              </a:ext>
            </a:extLst>
          </p:cNvPr>
          <p:cNvSpPr txBox="1">
            <a:spLocks/>
          </p:cNvSpPr>
          <p:nvPr userDrawn="1"/>
        </p:nvSpPr>
        <p:spPr>
          <a:xfrm>
            <a:off x="-162210" y="6389199"/>
            <a:ext cx="812800" cy="521208"/>
          </a:xfrm>
          <a:prstGeom prst="rect">
            <a:avLst/>
          </a:prstGeom>
          <a:noFill/>
        </p:spPr>
        <p:txBody>
          <a:bodyPr vert="horz" anchor="ctr"/>
          <a:lstStyle>
            <a:defPPr>
              <a:defRPr lang="en-US"/>
            </a:defPPr>
            <a:lvl1pPr marL="0" algn="ctr" defTabSz="914400" rtl="0" eaLnBrk="1" latinLnBrk="0" hangingPunct="1">
              <a:defRPr kumimoji="0"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3D4E47C-59C5-4044-AEB3-F799ACC274F1}" type="slidenum">
              <a:rPr lang="he-IL" sz="1800" b="0" smtClean="0">
                <a:solidFill>
                  <a:prstClr val="white">
                    <a:lumMod val="65000"/>
                  </a:prstClr>
                </a:solidFill>
              </a:rPr>
              <a:pPr/>
              <a:t>‹#›</a:t>
            </a:fld>
            <a:endParaRPr lang="he-IL" sz="1800" b="0" dirty="0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0689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וידאו על מסך מל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 מעוגל 7"/>
          <p:cNvSpPr/>
          <p:nvPr userDrawn="1"/>
        </p:nvSpPr>
        <p:spPr>
          <a:xfrm>
            <a:off x="8667715" y="-161750"/>
            <a:ext cx="5300119" cy="382355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4" name="מציין מיקום של מדיה 3">
            <a:extLst>
              <a:ext uri="{FF2B5EF4-FFF2-40B4-BE49-F238E27FC236}">
                <a16:creationId xmlns:a16="http://schemas.microsoft.com/office/drawing/2014/main" id="{DD834E78-91D0-4CCC-9C3F-C5C504CFBE13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363416" y="639717"/>
            <a:ext cx="11465168" cy="6122933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rgbClr val="192A72"/>
                </a:solidFill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r>
              <a:rPr lang="he-IL" dirty="0"/>
              <a:t>מיועד לסרטים</a:t>
            </a:r>
          </a:p>
        </p:txBody>
      </p:sp>
      <p:sp>
        <p:nvSpPr>
          <p:cNvPr id="11" name="מציין מיקום תוכן 10">
            <a:extLst>
              <a:ext uri="{FF2B5EF4-FFF2-40B4-BE49-F238E27FC236}">
                <a16:creationId xmlns:a16="http://schemas.microsoft.com/office/drawing/2014/main" id="{2A86C914-3EB6-4303-93FB-203A29FA2E3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3416" y="95349"/>
            <a:ext cx="8074879" cy="400050"/>
          </a:xfrm>
        </p:spPr>
        <p:txBody>
          <a:bodyPr anchor="ctr">
            <a:noAutofit/>
          </a:bodyPr>
          <a:lstStyle>
            <a:lvl1pPr marL="0" indent="0" algn="r">
              <a:buFontTx/>
              <a:buNone/>
              <a:defRPr sz="2400">
                <a:solidFill>
                  <a:srgbClr val="192A72"/>
                </a:solidFill>
                <a:latin typeface="Varela Round" panose="00000500000000000000" pitchFamily="2" charset="-79"/>
                <a:cs typeface="Varela Round" panose="00000500000000000000" pitchFamily="2" charset="-79"/>
              </a:defRPr>
            </a:lvl1pPr>
          </a:lstStyle>
          <a:p>
            <a:pPr lvl="0"/>
            <a:r>
              <a:rPr lang="he-IL" dirty="0"/>
              <a:t>לחץ כדי לערוך סגנונות טקסט של תבנית בסיס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226196-3340-4F6C-9B09-34934599BAD7}"/>
              </a:ext>
            </a:extLst>
          </p:cNvPr>
          <p:cNvSpPr/>
          <p:nvPr userDrawn="1"/>
        </p:nvSpPr>
        <p:spPr>
          <a:xfrm>
            <a:off x="-1" y="-960120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91965B-48C3-4AD9-9066-E67195630BFD}"/>
              </a:ext>
            </a:extLst>
          </p:cNvPr>
          <p:cNvSpPr/>
          <p:nvPr userDrawn="1"/>
        </p:nvSpPr>
        <p:spPr>
          <a:xfrm>
            <a:off x="-1356361" y="6875979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CB16E1-D93B-440E-81F5-6366FDB428B8}"/>
              </a:ext>
            </a:extLst>
          </p:cNvPr>
          <p:cNvSpPr/>
          <p:nvPr userDrawn="1"/>
        </p:nvSpPr>
        <p:spPr>
          <a:xfrm rot="5400000">
            <a:off x="10129568" y="1977381"/>
            <a:ext cx="6987520" cy="2819401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020DF7-29CF-4A0A-BC0A-7568981BF8AD}"/>
              </a:ext>
            </a:extLst>
          </p:cNvPr>
          <p:cNvSpPr/>
          <p:nvPr userDrawn="1"/>
        </p:nvSpPr>
        <p:spPr>
          <a:xfrm>
            <a:off x="-3948180" y="347118"/>
            <a:ext cx="3246401" cy="7304731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F0C566-C47D-446F-9E8E-EC9B0F5F1BF0}"/>
              </a:ext>
            </a:extLst>
          </p:cNvPr>
          <p:cNvSpPr/>
          <p:nvPr userDrawn="1"/>
        </p:nvSpPr>
        <p:spPr>
          <a:xfrm>
            <a:off x="-1" y="-960120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63A8D2-0547-47E3-84C0-5D60CFDB7CB1}"/>
              </a:ext>
            </a:extLst>
          </p:cNvPr>
          <p:cNvSpPr/>
          <p:nvPr userDrawn="1"/>
        </p:nvSpPr>
        <p:spPr>
          <a:xfrm>
            <a:off x="-1356361" y="6889426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0104F3-C98B-4790-842F-F7B1B2FBDE13}"/>
              </a:ext>
            </a:extLst>
          </p:cNvPr>
          <p:cNvSpPr/>
          <p:nvPr userDrawn="1"/>
        </p:nvSpPr>
        <p:spPr>
          <a:xfrm rot="5400000">
            <a:off x="10121386" y="1972518"/>
            <a:ext cx="6987520" cy="2819401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7C576E-38DA-426A-9C16-921DE9A0835B}"/>
              </a:ext>
            </a:extLst>
          </p:cNvPr>
          <p:cNvSpPr/>
          <p:nvPr userDrawn="1"/>
        </p:nvSpPr>
        <p:spPr>
          <a:xfrm>
            <a:off x="-3273296" y="-31850"/>
            <a:ext cx="3246401" cy="7683699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מציין מיקום של מספר שקופית 22">
            <a:extLst>
              <a:ext uri="{FF2B5EF4-FFF2-40B4-BE49-F238E27FC236}">
                <a16:creationId xmlns:a16="http://schemas.microsoft.com/office/drawing/2014/main" id="{5F1A13CD-CEB6-4958-B99A-46020ADA9375}"/>
              </a:ext>
            </a:extLst>
          </p:cNvPr>
          <p:cNvSpPr txBox="1">
            <a:spLocks/>
          </p:cNvSpPr>
          <p:nvPr userDrawn="1"/>
        </p:nvSpPr>
        <p:spPr>
          <a:xfrm>
            <a:off x="-231414" y="6409126"/>
            <a:ext cx="812800" cy="521208"/>
          </a:xfrm>
          <a:prstGeom prst="rect">
            <a:avLst/>
          </a:prstGeom>
          <a:noFill/>
        </p:spPr>
        <p:txBody>
          <a:bodyPr vert="horz" anchor="ctr"/>
          <a:lstStyle>
            <a:defPPr>
              <a:defRPr lang="en-US"/>
            </a:defPPr>
            <a:lvl1pPr marL="0" algn="ctr" defTabSz="914400" rtl="0" eaLnBrk="1" latinLnBrk="0" hangingPunct="1">
              <a:defRPr kumimoji="0"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3D4E47C-59C5-4044-AEB3-F799ACC274F1}" type="slidenum">
              <a:rPr lang="he-IL" sz="1600" b="0" smtClean="0">
                <a:solidFill>
                  <a:prstClr val="white">
                    <a:lumMod val="65000"/>
                  </a:prstClr>
                </a:solidFill>
              </a:rPr>
              <a:pPr/>
              <a:t>‹#›</a:t>
            </a:fld>
            <a:endParaRPr lang="he-IL" sz="1600" b="0" dirty="0">
              <a:solidFill>
                <a:prstClr val="white">
                  <a:lumMod val="6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3216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כותרת ראשית ושתי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FEA3643-4251-43C2-A891-4C9664978E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4360" y="1310640"/>
            <a:ext cx="4511040" cy="42672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כותרת 1">
            <a:extLst>
              <a:ext uri="{FF2B5EF4-FFF2-40B4-BE49-F238E27FC236}">
                <a16:creationId xmlns:a16="http://schemas.microsoft.com/office/drawing/2014/main" id="{C304FB8B-5E14-469F-8BA4-BF0F011B9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926" y="155448"/>
            <a:ext cx="9802368" cy="720000"/>
          </a:xfrm>
          <a:noFill/>
        </p:spPr>
        <p:txBody>
          <a:bodyPr vert="horz" lIns="91440" tIns="45720" rIns="91440" bIns="45720" rtlCol="1" anchor="ctr">
            <a:noAutofit/>
          </a:bodyPr>
          <a:lstStyle>
            <a:lvl1pPr marL="0" marR="0" indent="0" algn="ctr" defTabSz="914491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he-IL" sz="4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Varela Round" pitchFamily="2" charset="-79"/>
                <a:ea typeface="+mj-ea"/>
                <a:cs typeface="Varela Round" pitchFamily="2" charset="-79"/>
              </a:defRPr>
            </a:lvl1pPr>
          </a:lstStyle>
          <a:p>
            <a:pPr marL="0" marR="0" lvl="0" indent="0" algn="ctr" defTabSz="914491" rtl="1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לחץ כדי לערוך סגנון כותרת של תבנית</a:t>
            </a:r>
          </a:p>
        </p:txBody>
      </p:sp>
      <p:sp>
        <p:nvSpPr>
          <p:cNvPr id="9" name="מלבן מעוגל 8">
            <a:extLst>
              <a:ext uri="{FF2B5EF4-FFF2-40B4-BE49-F238E27FC236}">
                <a16:creationId xmlns:a16="http://schemas.microsoft.com/office/drawing/2014/main" id="{B712628B-0991-4441-8324-4563256F9B32}"/>
              </a:ext>
            </a:extLst>
          </p:cNvPr>
          <p:cNvSpPr/>
          <p:nvPr userDrawn="1"/>
        </p:nvSpPr>
        <p:spPr>
          <a:xfrm>
            <a:off x="-2429707" y="195047"/>
            <a:ext cx="2969302" cy="247597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0" name="מלבן מעוגל 6">
            <a:extLst>
              <a:ext uri="{FF2B5EF4-FFF2-40B4-BE49-F238E27FC236}">
                <a16:creationId xmlns:a16="http://schemas.microsoft.com/office/drawing/2014/main" id="{26E72AF6-8AD0-4AAD-B906-30424D022CD1}"/>
              </a:ext>
            </a:extLst>
          </p:cNvPr>
          <p:cNvSpPr/>
          <p:nvPr userDrawn="1"/>
        </p:nvSpPr>
        <p:spPr>
          <a:xfrm>
            <a:off x="9974795" y="5878199"/>
            <a:ext cx="4766811" cy="357667"/>
          </a:xfrm>
          <a:prstGeom prst="roundRect">
            <a:avLst>
              <a:gd name="adj" fmla="val 5000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>
              <a:solidFill>
                <a:prstClr val="white"/>
              </a:solidFill>
            </a:endParaRPr>
          </a:p>
        </p:txBody>
      </p:sp>
      <p:sp>
        <p:nvSpPr>
          <p:cNvPr id="11" name="מלבן מעוגל 8">
            <a:extLst>
              <a:ext uri="{FF2B5EF4-FFF2-40B4-BE49-F238E27FC236}">
                <a16:creationId xmlns:a16="http://schemas.microsoft.com/office/drawing/2014/main" id="{68D073A7-D8C0-45AA-A5E4-B6122A52E8F5}"/>
              </a:ext>
            </a:extLst>
          </p:cNvPr>
          <p:cNvSpPr/>
          <p:nvPr userDrawn="1"/>
        </p:nvSpPr>
        <p:spPr>
          <a:xfrm>
            <a:off x="-2017472" y="518276"/>
            <a:ext cx="2969302" cy="369516"/>
          </a:xfrm>
          <a:prstGeom prst="roundRect">
            <a:avLst>
              <a:gd name="adj" fmla="val 50000"/>
            </a:avLst>
          </a:prstGeom>
          <a:solidFill>
            <a:srgbClr val="6CF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2" name="מלבן מעוגל 10">
            <a:extLst>
              <a:ext uri="{FF2B5EF4-FFF2-40B4-BE49-F238E27FC236}">
                <a16:creationId xmlns:a16="http://schemas.microsoft.com/office/drawing/2014/main" id="{DF89C8AF-9EDF-46EF-BAB7-2D35F683552B}"/>
              </a:ext>
            </a:extLst>
          </p:cNvPr>
          <p:cNvSpPr/>
          <p:nvPr userDrawn="1"/>
        </p:nvSpPr>
        <p:spPr>
          <a:xfrm>
            <a:off x="8144699" y="6307826"/>
            <a:ext cx="5175721" cy="720000"/>
          </a:xfrm>
          <a:prstGeom prst="roundRect">
            <a:avLst>
              <a:gd name="adj" fmla="val 50000"/>
            </a:avLst>
          </a:prstGeom>
          <a:solidFill>
            <a:srgbClr val="192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prstClr val="white"/>
              </a:solidFill>
            </a:endParaRPr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52FC1393-B378-4A8A-8716-61E038E3D6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72315" y="1310640"/>
            <a:ext cx="4511040" cy="426720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A01DEB-EE2D-463E-B92D-20469AC2DACB}"/>
              </a:ext>
            </a:extLst>
          </p:cNvPr>
          <p:cNvSpPr/>
          <p:nvPr userDrawn="1"/>
        </p:nvSpPr>
        <p:spPr>
          <a:xfrm>
            <a:off x="-1" y="-960120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DC8B5D-6FF7-4E76-819C-95A4A6017B9C}"/>
              </a:ext>
            </a:extLst>
          </p:cNvPr>
          <p:cNvSpPr/>
          <p:nvPr userDrawn="1"/>
        </p:nvSpPr>
        <p:spPr>
          <a:xfrm>
            <a:off x="-1356361" y="6889426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0F30E8-13B7-4C55-A126-67529F765268}"/>
              </a:ext>
            </a:extLst>
          </p:cNvPr>
          <p:cNvSpPr/>
          <p:nvPr userDrawn="1"/>
        </p:nvSpPr>
        <p:spPr>
          <a:xfrm rot="5400000">
            <a:off x="10092700" y="2084060"/>
            <a:ext cx="6987520" cy="2819401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7D38CE-7F73-4533-B25A-F628D3EBA7C1}"/>
              </a:ext>
            </a:extLst>
          </p:cNvPr>
          <p:cNvSpPr/>
          <p:nvPr userDrawn="1"/>
        </p:nvSpPr>
        <p:spPr>
          <a:xfrm>
            <a:off x="-3273296" y="-31850"/>
            <a:ext cx="3246401" cy="7683699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382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18216-0BA6-43E6-BC7E-F55B8D210304}" type="datetimeFigureOut">
              <a:rPr lang="he-IL" smtClean="0">
                <a:solidFill>
                  <a:srgbClr val="002060">
                    <a:tint val="75000"/>
                  </a:srgbClr>
                </a:solidFill>
              </a:rPr>
              <a:pPr/>
              <a:t>ל'/תשרי/תשפ"ד</a:t>
            </a:fld>
            <a:endParaRPr lang="he-IL">
              <a:solidFill>
                <a:srgbClr val="002060">
                  <a:tint val="75000"/>
                </a:srgb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>
              <a:solidFill>
                <a:srgbClr val="002060">
                  <a:tint val="75000"/>
                </a:srgb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56920A-0684-464C-B81C-47D21E8E7C87}" type="slidenum">
              <a:rPr lang="he-IL" smtClean="0">
                <a:solidFill>
                  <a:srgbClr val="002060">
                    <a:tint val="75000"/>
                  </a:srgbClr>
                </a:solidFill>
              </a:rPr>
              <a:pPr/>
              <a:t>‹#›</a:t>
            </a:fld>
            <a:endParaRPr lang="he-IL">
              <a:solidFill>
                <a:srgbClr val="00206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281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609601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609601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6F552B-607E-4869-A917-C44959BDCB12}" type="datetimeFigureOut">
              <a:rPr lang="he-IL" smtClean="0">
                <a:solidFill>
                  <a:srgbClr val="002060">
                    <a:tint val="75000"/>
                  </a:srgbClr>
                </a:solidFill>
              </a:rPr>
              <a:pPr/>
              <a:t>ל'/תשרי/תשפ"ד</a:t>
            </a:fld>
            <a:endParaRPr lang="he-IL">
              <a:solidFill>
                <a:srgbClr val="002060">
                  <a:tint val="75000"/>
                </a:srgb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>
              <a:solidFill>
                <a:srgbClr val="002060">
                  <a:tint val="75000"/>
                </a:srgb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478A40-4CDB-4A89-A7AB-ED0E5AEAC786}" type="slidenum">
              <a:rPr lang="he-IL" smtClean="0">
                <a:solidFill>
                  <a:srgbClr val="002060">
                    <a:tint val="75000"/>
                  </a:srgbClr>
                </a:solidFill>
              </a:rPr>
              <a:pPr/>
              <a:t>‹#›</a:t>
            </a:fld>
            <a:endParaRPr lang="he-IL">
              <a:solidFill>
                <a:srgbClr val="002060">
                  <a:tint val="75000"/>
                </a:srgb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1A36FD-4A58-4EC2-B769-2CB4558CD860}"/>
              </a:ext>
            </a:extLst>
          </p:cNvPr>
          <p:cNvSpPr/>
          <p:nvPr userDrawn="1"/>
        </p:nvSpPr>
        <p:spPr>
          <a:xfrm>
            <a:off x="-1" y="-960120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A89C66-91F2-409B-AE3C-970820728814}"/>
              </a:ext>
            </a:extLst>
          </p:cNvPr>
          <p:cNvSpPr/>
          <p:nvPr userDrawn="1"/>
        </p:nvSpPr>
        <p:spPr>
          <a:xfrm>
            <a:off x="-1356361" y="6889426"/>
            <a:ext cx="14676781" cy="928270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AF9B00-5AF6-47AB-81E5-2BE048851E3E}"/>
              </a:ext>
            </a:extLst>
          </p:cNvPr>
          <p:cNvSpPr/>
          <p:nvPr userDrawn="1"/>
        </p:nvSpPr>
        <p:spPr>
          <a:xfrm rot="5400000">
            <a:off x="10121386" y="1972518"/>
            <a:ext cx="6987520" cy="2819401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3C55C6-DFDE-44BF-BB37-E582014C2D44}"/>
              </a:ext>
            </a:extLst>
          </p:cNvPr>
          <p:cNvSpPr/>
          <p:nvPr userDrawn="1"/>
        </p:nvSpPr>
        <p:spPr>
          <a:xfrm>
            <a:off x="-3273296" y="-31850"/>
            <a:ext cx="3246401" cy="7683699"/>
          </a:xfrm>
          <a:prstGeom prst="rect">
            <a:avLst/>
          </a:prstGeom>
          <a:solidFill>
            <a:srgbClr val="E6E6E6"/>
          </a:solidFill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8986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</p:sldLayoutIdLst>
  <p:txStyles>
    <p:titleStyle>
      <a:lvl1pPr algn="ctr" defTabSz="914491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34" indent="-342934" algn="r" defTabSz="914491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3024" indent="-285779" algn="r" defTabSz="914491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114" indent="-228623" algn="r" defTabSz="914491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360" indent="-228623" algn="r" defTabSz="914491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606" indent="-228623" algn="r" defTabSz="914491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851" indent="-228623" algn="r" defTabSz="914491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097" indent="-228623" algn="r" defTabSz="914491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343" indent="-228623" algn="r" defTabSz="914491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589" indent="-228623" algn="r" defTabSz="914491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91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46" algn="r" defTabSz="914491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91" algn="r" defTabSz="914491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737" algn="r" defTabSz="914491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83" algn="r" defTabSz="914491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229" algn="r" defTabSz="914491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474" algn="r" defTabSz="914491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720" algn="r" defTabSz="914491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966" algn="r" defTabSz="914491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לולאות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024127" y="1049186"/>
            <a:ext cx="10138453" cy="12626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b="1" dirty="0"/>
              <a:t>מבנה של לולאה </a:t>
            </a:r>
            <a:r>
              <a:rPr lang="he-IL" b="1" dirty="0" err="1"/>
              <a:t>בפייתון</a:t>
            </a:r>
            <a:r>
              <a:rPr lang="he-IL" b="1" dirty="0"/>
              <a:t>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946" y="3369300"/>
            <a:ext cx="10248732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400" b="1" dirty="0">
                <a:solidFill>
                  <a:srgbClr val="11A4AB"/>
                </a:solidFill>
              </a:rPr>
              <a:t>count</a:t>
            </a:r>
            <a:r>
              <a:rPr lang="he-IL" sz="2400" b="1" dirty="0">
                <a:solidFill>
                  <a:srgbClr val="11A4AB"/>
                </a:solidFill>
              </a:rPr>
              <a:t> </a:t>
            </a:r>
            <a:r>
              <a:rPr lang="he-IL" sz="2400" b="1" dirty="0">
                <a:solidFill>
                  <a:srgbClr val="002060"/>
                </a:solidFill>
              </a:rPr>
              <a:t>הוא מספר הפעמים שיש לבצע את הלולאה</a:t>
            </a:r>
            <a:br>
              <a:rPr lang="en-US" sz="2400" b="1" dirty="0">
                <a:solidFill>
                  <a:srgbClr val="002060"/>
                </a:solidFill>
              </a:rPr>
            </a:br>
            <a:r>
              <a:rPr lang="en-US" sz="2400" b="1" dirty="0">
                <a:solidFill>
                  <a:srgbClr val="11A4AB"/>
                </a:solidFill>
              </a:rPr>
              <a:t>item</a:t>
            </a:r>
            <a:r>
              <a:rPr lang="he-IL" sz="2400" b="1" dirty="0">
                <a:solidFill>
                  <a:srgbClr val="11A4AB"/>
                </a:solidFill>
              </a:rPr>
              <a:t> </a:t>
            </a:r>
            <a:r>
              <a:rPr lang="he-IL" sz="2400" b="1" dirty="0">
                <a:solidFill>
                  <a:srgbClr val="002060"/>
                </a:solidFill>
              </a:rPr>
              <a:t>משתנה שמייצג את מונה הלולאה - ניתן לבחור שם אחר.</a:t>
            </a:r>
          </a:p>
          <a:p>
            <a:r>
              <a:rPr lang="he-IL" sz="2400" b="1" dirty="0">
                <a:solidFill>
                  <a:srgbClr val="002060"/>
                </a:solidFill>
              </a:rPr>
              <a:t>הוא מתחיל מ 0 עד </a:t>
            </a:r>
            <a:r>
              <a:rPr lang="en-US" sz="2400" b="1" dirty="0">
                <a:solidFill>
                  <a:srgbClr val="002060"/>
                </a:solidFill>
              </a:rPr>
              <a:t>count-1</a:t>
            </a:r>
            <a:endParaRPr lang="he-IL" sz="2400" b="1" dirty="0">
              <a:solidFill>
                <a:srgbClr val="002060"/>
              </a:solidFill>
            </a:endParaRPr>
          </a:p>
          <a:p>
            <a:endParaRPr lang="he-IL" sz="2400" b="1" dirty="0">
              <a:solidFill>
                <a:srgbClr val="002060"/>
              </a:solidFill>
            </a:endParaRPr>
          </a:p>
        </p:txBody>
      </p:sp>
      <p:sp>
        <p:nvSpPr>
          <p:cNvPr id="4" name="מלבן 3"/>
          <p:cNvSpPr/>
          <p:nvPr/>
        </p:nvSpPr>
        <p:spPr>
          <a:xfrm>
            <a:off x="493217" y="1822930"/>
            <a:ext cx="67623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3600" dirty="0">
                <a:solidFill>
                  <a:srgbClr val="0000FF"/>
                </a:solidFill>
                <a:latin typeface="Varela Round" panose="00000500000000000000" pitchFamily="2" charset="-79"/>
              </a:rPr>
              <a:t>for</a:t>
            </a:r>
            <a:r>
              <a:rPr lang="en-US" sz="3600" dirty="0">
                <a:solidFill>
                  <a:srgbClr val="000000"/>
                </a:solidFill>
                <a:latin typeface="Varela Round" panose="00000500000000000000" pitchFamily="2" charset="-79"/>
              </a:rPr>
              <a:t> item </a:t>
            </a:r>
            <a:r>
              <a:rPr lang="en-US" sz="3600" dirty="0">
                <a:solidFill>
                  <a:srgbClr val="0000FF"/>
                </a:solidFill>
                <a:latin typeface="Varela Round" panose="00000500000000000000" pitchFamily="2" charset="-79"/>
              </a:rPr>
              <a:t>in</a:t>
            </a:r>
            <a:r>
              <a:rPr lang="en-US" sz="36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600" dirty="0">
                <a:solidFill>
                  <a:srgbClr val="0000FF"/>
                </a:solidFill>
                <a:latin typeface="Varela Round" panose="00000500000000000000" pitchFamily="2" charset="-79"/>
              </a:rPr>
              <a:t>range</a:t>
            </a:r>
            <a:r>
              <a:rPr lang="en-US" sz="36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3600" dirty="0">
                <a:solidFill>
                  <a:srgbClr val="09885A"/>
                </a:solidFill>
                <a:latin typeface="Varela Round" panose="00000500000000000000" pitchFamily="2" charset="-79"/>
              </a:rPr>
              <a:t>count</a:t>
            </a:r>
            <a:r>
              <a:rPr lang="en-US" sz="3600" dirty="0">
                <a:solidFill>
                  <a:srgbClr val="000000"/>
                </a:solidFill>
                <a:latin typeface="Varela Round" panose="00000500000000000000" pitchFamily="2" charset="-79"/>
              </a:rPr>
              <a:t>):</a:t>
            </a:r>
          </a:p>
          <a:p>
            <a:pPr algn="l" rtl="0"/>
            <a:r>
              <a:rPr lang="en-US" sz="3600" dirty="0">
                <a:solidFill>
                  <a:srgbClr val="000000"/>
                </a:solidFill>
                <a:latin typeface="Varela Round" panose="00000500000000000000" pitchFamily="2" charset="-79"/>
              </a:rPr>
              <a:t>      </a:t>
            </a:r>
            <a:r>
              <a:rPr lang="en-US" sz="3600" dirty="0">
                <a:solidFill>
                  <a:srgbClr val="0000FF"/>
                </a:solidFill>
                <a:latin typeface="Varela Round" panose="00000500000000000000" pitchFamily="2" charset="-79"/>
              </a:rPr>
              <a:t>print</a:t>
            </a:r>
            <a:r>
              <a:rPr lang="en-US" sz="3600" dirty="0">
                <a:solidFill>
                  <a:srgbClr val="000000"/>
                </a:solidFill>
                <a:latin typeface="Varela Round" panose="00000500000000000000" pitchFamily="2" charset="-79"/>
              </a:rPr>
              <a:t>(item)</a:t>
            </a:r>
          </a:p>
        </p:txBody>
      </p:sp>
    </p:spTree>
    <p:extLst>
      <p:ext uri="{BB962C8B-B14F-4D97-AF65-F5344CB8AC3E}">
        <p14:creationId xmlns:p14="http://schemas.microsoft.com/office/powerpoint/2010/main" val="3276472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לולאות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024127" y="1049186"/>
            <a:ext cx="10138453" cy="12626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b="1" dirty="0"/>
              <a:t>מבנה של לולאה </a:t>
            </a:r>
            <a:r>
              <a:rPr lang="he-IL" b="1" dirty="0" err="1"/>
              <a:t>בפייתון</a:t>
            </a:r>
            <a:r>
              <a:rPr lang="he-IL" b="1" dirty="0"/>
              <a:t>, דוגמה פרטית: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9234" y="2960999"/>
            <a:ext cx="6136680" cy="156966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400" b="1" dirty="0">
                <a:solidFill>
                  <a:srgbClr val="002060"/>
                </a:solidFill>
              </a:rPr>
              <a:t>הלולאה תפעיל את הוראת ההדפסה 10 פעמים</a:t>
            </a:r>
            <a:br>
              <a:rPr lang="en-US" sz="2400" b="1" dirty="0">
                <a:solidFill>
                  <a:srgbClr val="002060"/>
                </a:solidFill>
              </a:rPr>
            </a:br>
            <a:r>
              <a:rPr lang="he-IL" sz="2400" b="1" dirty="0">
                <a:solidFill>
                  <a:srgbClr val="002060"/>
                </a:solidFill>
              </a:rPr>
              <a:t>האינדקס </a:t>
            </a:r>
            <a:r>
              <a:rPr lang="en-US" sz="2400" b="1" dirty="0" err="1">
                <a:solidFill>
                  <a:srgbClr val="002060"/>
                </a:solidFill>
              </a:rPr>
              <a:t>i</a:t>
            </a:r>
            <a:r>
              <a:rPr lang="he-IL" sz="2400" b="1" dirty="0">
                <a:solidFill>
                  <a:srgbClr val="002060"/>
                </a:solidFill>
              </a:rPr>
              <a:t> יפעל מ 0 עד 9 כולל.</a:t>
            </a:r>
          </a:p>
          <a:p>
            <a:endParaRPr lang="he-IL" sz="2400" b="1" dirty="0">
              <a:solidFill>
                <a:srgbClr val="002060"/>
              </a:solidFill>
            </a:endParaRPr>
          </a:p>
          <a:p>
            <a:r>
              <a:rPr lang="he-IL" sz="2400" b="1" dirty="0">
                <a:solidFill>
                  <a:srgbClr val="002060"/>
                </a:solidFill>
              </a:rPr>
              <a:t>ניתן לחזור ולהריץ בלוק של הוראות בלולאה.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294" y="5276233"/>
            <a:ext cx="626765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>
            <a:defPPr>
              <a:defRPr lang="he-IL"/>
            </a:defPPr>
            <a:lvl1pPr>
              <a:defRPr b="1"/>
            </a:lvl1pPr>
          </a:lstStyle>
          <a:p>
            <a:r>
              <a:rPr lang="he-IL" sz="1200" dirty="0">
                <a:solidFill>
                  <a:srgbClr val="002060"/>
                </a:solidFill>
              </a:rPr>
              <a:t>הזחה</a:t>
            </a:r>
          </a:p>
        </p:txBody>
      </p:sp>
      <p:grpSp>
        <p:nvGrpSpPr>
          <p:cNvPr id="7" name="קבוצה 6"/>
          <p:cNvGrpSpPr/>
          <p:nvPr/>
        </p:nvGrpSpPr>
        <p:grpSpPr>
          <a:xfrm>
            <a:off x="493217" y="4437239"/>
            <a:ext cx="1343781" cy="784084"/>
            <a:chOff x="1188185" y="918184"/>
            <a:chExt cx="1578195" cy="979352"/>
          </a:xfrm>
        </p:grpSpPr>
        <p:sp>
          <p:nvSpPr>
            <p:cNvPr id="10" name="מסגרת משופעת 9"/>
            <p:cNvSpPr/>
            <p:nvPr/>
          </p:nvSpPr>
          <p:spPr>
            <a:xfrm>
              <a:off x="1188185" y="918184"/>
              <a:ext cx="1578195" cy="979352"/>
            </a:xfrm>
            <a:prstGeom prst="bevel">
              <a:avLst/>
            </a:prstGeom>
          </p:spPr>
          <p:style>
            <a:lnRef idx="3">
              <a:schemeClr val="lt1"/>
            </a:lnRef>
            <a:fillRef idx="1003">
              <a:schemeClr val="lt2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400" b="1" dirty="0">
                  <a:ln w="0"/>
                  <a:solidFill>
                    <a:srgbClr val="002060"/>
                  </a:solidFill>
                  <a:effectLst>
                    <a:outerShdw blurRad="38100" dist="19050" dir="2700000" algn="tl" rotWithShape="0">
                      <a:srgbClr val="002060">
                        <a:alpha val="40000"/>
                      </a:srgbClr>
                    </a:outerShdw>
                  </a:effectLst>
                </a:rPr>
                <a:t>TAB</a:t>
              </a:r>
              <a:endParaRPr lang="he-IL" sz="900" b="1" dirty="0">
                <a:solidFill>
                  <a:prstClr val="white"/>
                </a:solidFill>
              </a:endParaRPr>
            </a:p>
          </p:txBody>
        </p:sp>
        <p:cxnSp>
          <p:nvCxnSpPr>
            <p:cNvPr id="11" name="מחבר חץ ישר 10"/>
            <p:cNvCxnSpPr/>
            <p:nvPr/>
          </p:nvCxnSpPr>
          <p:spPr>
            <a:xfrm>
              <a:off x="1423511" y="1615143"/>
              <a:ext cx="47105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מחבר ישר 11"/>
            <p:cNvCxnSpPr/>
            <p:nvPr/>
          </p:nvCxnSpPr>
          <p:spPr>
            <a:xfrm>
              <a:off x="1894566" y="1545868"/>
              <a:ext cx="0" cy="156400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" name="מלבן 3"/>
          <p:cNvSpPr/>
          <p:nvPr/>
        </p:nvSpPr>
        <p:spPr>
          <a:xfrm>
            <a:off x="1165107" y="179295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sz="3600" dirty="0">
                <a:solidFill>
                  <a:srgbClr val="0000FF"/>
                </a:solidFill>
                <a:latin typeface="Varela Round" panose="00000500000000000000" pitchFamily="2" charset="-79"/>
              </a:rPr>
              <a:t>for</a:t>
            </a:r>
            <a:r>
              <a:rPr lang="en-US" sz="36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i</a:t>
            </a:r>
            <a:r>
              <a:rPr lang="en-US" sz="36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600" dirty="0">
                <a:solidFill>
                  <a:srgbClr val="0000FF"/>
                </a:solidFill>
                <a:latin typeface="Varela Round" panose="00000500000000000000" pitchFamily="2" charset="-79"/>
              </a:rPr>
              <a:t>in</a:t>
            </a:r>
            <a:r>
              <a:rPr lang="en-US" sz="36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600" dirty="0">
                <a:solidFill>
                  <a:srgbClr val="0000FF"/>
                </a:solidFill>
                <a:latin typeface="Varela Round" panose="00000500000000000000" pitchFamily="2" charset="-79"/>
              </a:rPr>
              <a:t>range</a:t>
            </a:r>
            <a:r>
              <a:rPr lang="en-US" sz="36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3600" dirty="0">
                <a:solidFill>
                  <a:srgbClr val="09885A"/>
                </a:solidFill>
                <a:latin typeface="Varela Round" panose="00000500000000000000" pitchFamily="2" charset="-79"/>
              </a:rPr>
              <a:t>10</a:t>
            </a:r>
            <a:r>
              <a:rPr lang="en-US" sz="3600" dirty="0">
                <a:solidFill>
                  <a:srgbClr val="000000"/>
                </a:solidFill>
                <a:latin typeface="Varela Round" panose="00000500000000000000" pitchFamily="2" charset="-79"/>
              </a:rPr>
              <a:t>):</a:t>
            </a:r>
          </a:p>
          <a:p>
            <a:pPr algn="l" rtl="0"/>
            <a:r>
              <a:rPr lang="en-US" sz="3600" dirty="0">
                <a:solidFill>
                  <a:srgbClr val="000000"/>
                </a:solidFill>
                <a:latin typeface="Varela Round" panose="00000500000000000000" pitchFamily="2" charset="-79"/>
              </a:rPr>
              <a:t>      </a:t>
            </a:r>
            <a:r>
              <a:rPr lang="en-US" sz="3600" dirty="0">
                <a:solidFill>
                  <a:srgbClr val="0000FF"/>
                </a:solidFill>
                <a:latin typeface="Varela Round" panose="00000500000000000000" pitchFamily="2" charset="-79"/>
              </a:rPr>
              <a:t>print</a:t>
            </a:r>
            <a:r>
              <a:rPr lang="en-US" sz="36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36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i</a:t>
            </a:r>
            <a:r>
              <a:rPr lang="en-US" sz="3600" dirty="0">
                <a:solidFill>
                  <a:srgbClr val="000000"/>
                </a:solidFill>
                <a:latin typeface="Varela Round" panose="00000500000000000000" pitchFamily="2" charset="-79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56620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לולאות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024127" y="1049186"/>
            <a:ext cx="10138453" cy="12626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b="1" dirty="0"/>
              <a:t>דוגמה הדפסת מספרים זוגיים: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83006" y="3191538"/>
            <a:ext cx="7558544" cy="193899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400" b="1" dirty="0">
                <a:solidFill>
                  <a:srgbClr val="002060"/>
                </a:solidFill>
              </a:rPr>
              <a:t>הלולאה תפעיל את ההוראה 100 פעמים</a:t>
            </a:r>
            <a:br>
              <a:rPr lang="en-US" sz="2400" b="1" dirty="0">
                <a:solidFill>
                  <a:srgbClr val="002060"/>
                </a:solidFill>
              </a:rPr>
            </a:br>
            <a:r>
              <a:rPr lang="he-IL" sz="2400" b="1" dirty="0">
                <a:solidFill>
                  <a:srgbClr val="002060"/>
                </a:solidFill>
              </a:rPr>
              <a:t>האינדקס </a:t>
            </a:r>
            <a:r>
              <a:rPr lang="en-US" sz="2400" b="1" dirty="0" err="1">
                <a:solidFill>
                  <a:srgbClr val="002060"/>
                </a:solidFill>
              </a:rPr>
              <a:t>i</a:t>
            </a:r>
            <a:r>
              <a:rPr lang="he-IL" sz="2400" b="1" dirty="0">
                <a:solidFill>
                  <a:srgbClr val="002060"/>
                </a:solidFill>
              </a:rPr>
              <a:t> ימנה מ 0 עד 99 כולל.</a:t>
            </a:r>
          </a:p>
          <a:p>
            <a:endParaRPr lang="he-IL" sz="2400" b="1" dirty="0">
              <a:solidFill>
                <a:srgbClr val="002060"/>
              </a:solidFill>
            </a:endParaRPr>
          </a:p>
          <a:p>
            <a:r>
              <a:rPr lang="he-IL" sz="2400" b="1" dirty="0">
                <a:solidFill>
                  <a:srgbClr val="002060"/>
                </a:solidFill>
              </a:rPr>
              <a:t>ניתן לחזור ולהריץ בלוק של הוראות בלולאה.</a:t>
            </a:r>
          </a:p>
          <a:p>
            <a:endParaRPr lang="he-IL" sz="2400" b="1" dirty="0">
              <a:solidFill>
                <a:srgbClr val="002060"/>
              </a:solidFill>
            </a:endParaRPr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27" y="3584033"/>
            <a:ext cx="2195079" cy="2195079"/>
          </a:xfrm>
          <a:prstGeom prst="rect">
            <a:avLst/>
          </a:prstGeom>
        </p:spPr>
      </p:pic>
      <p:sp>
        <p:nvSpPr>
          <p:cNvPr id="4" name="מלבן 3"/>
          <p:cNvSpPr/>
          <p:nvPr/>
        </p:nvSpPr>
        <p:spPr>
          <a:xfrm>
            <a:off x="1024128" y="1627157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for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i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in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range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3200" dirty="0">
                <a:solidFill>
                  <a:srgbClr val="09885A"/>
                </a:solidFill>
                <a:latin typeface="Varela Round" panose="00000500000000000000" pitchFamily="2" charset="-79"/>
              </a:rPr>
              <a:t>100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):</a:t>
            </a:r>
          </a:p>
          <a:p>
            <a:pPr algn="l" rtl="0"/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      </a:t>
            </a:r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print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32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i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*</a:t>
            </a:r>
            <a:r>
              <a:rPr lang="en-US" sz="3200" dirty="0">
                <a:solidFill>
                  <a:srgbClr val="09885A"/>
                </a:solidFill>
                <a:latin typeface="Varela Round" panose="00000500000000000000" pitchFamily="2" charset="-79"/>
              </a:rPr>
              <a:t>2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56783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לולאות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024127" y="1049186"/>
            <a:ext cx="10138453" cy="12626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b="1" dirty="0"/>
              <a:t>דוגמה הדפסת מספרים המתחלקים ב 2: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34885" y="2035697"/>
            <a:ext cx="8111581" cy="2677656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400" b="1" dirty="0">
                <a:solidFill>
                  <a:srgbClr val="002060"/>
                </a:solidFill>
              </a:rPr>
              <a:t>הלולאה תפעיל את ההוראה 100 פעמים</a:t>
            </a:r>
            <a:br>
              <a:rPr lang="en-US" sz="2400" b="1" dirty="0">
                <a:solidFill>
                  <a:srgbClr val="002060"/>
                </a:solidFill>
              </a:rPr>
            </a:br>
            <a:r>
              <a:rPr lang="he-IL" sz="2400" b="1" dirty="0">
                <a:solidFill>
                  <a:srgbClr val="002060"/>
                </a:solidFill>
              </a:rPr>
              <a:t>האינדקס </a:t>
            </a:r>
            <a:r>
              <a:rPr lang="en-US" sz="2400" b="1" dirty="0" err="1">
                <a:solidFill>
                  <a:srgbClr val="002060"/>
                </a:solidFill>
              </a:rPr>
              <a:t>i</a:t>
            </a:r>
            <a:r>
              <a:rPr lang="he-IL" sz="2400" b="1" dirty="0">
                <a:solidFill>
                  <a:srgbClr val="002060"/>
                </a:solidFill>
              </a:rPr>
              <a:t> יפעל מ 0 עד 99 כולל.</a:t>
            </a:r>
          </a:p>
          <a:p>
            <a:endParaRPr lang="he-IL" sz="2400" b="1" dirty="0">
              <a:solidFill>
                <a:srgbClr val="002060"/>
              </a:solidFill>
            </a:endParaRPr>
          </a:p>
          <a:p>
            <a:r>
              <a:rPr lang="he-IL" sz="2400" b="1" dirty="0">
                <a:solidFill>
                  <a:srgbClr val="002060"/>
                </a:solidFill>
              </a:rPr>
              <a:t>ניתן לחזור ולהריץ בלוק של הוראות בלולאה.</a:t>
            </a:r>
          </a:p>
          <a:p>
            <a:endParaRPr lang="he-IL" sz="2400" b="1" dirty="0">
              <a:solidFill>
                <a:srgbClr val="002060"/>
              </a:solidFill>
            </a:endParaRPr>
          </a:p>
          <a:p>
            <a:r>
              <a:rPr lang="he-IL" sz="2400" b="1" dirty="0">
                <a:solidFill>
                  <a:srgbClr val="002060"/>
                </a:solidFill>
              </a:rPr>
              <a:t>ניתן להפעיל גם לולאות בתוך לולאות –</a:t>
            </a:r>
          </a:p>
          <a:p>
            <a:r>
              <a:rPr lang="he-IL" sz="2400" b="1" dirty="0">
                <a:solidFill>
                  <a:srgbClr val="002060"/>
                </a:solidFill>
              </a:rPr>
              <a:t>קוראים לכך </a:t>
            </a:r>
            <a:r>
              <a:rPr lang="he-IL" sz="2400" b="1" dirty="0">
                <a:solidFill>
                  <a:srgbClr val="FF0000"/>
                </a:solidFill>
              </a:rPr>
              <a:t>לולאות מקוננות</a:t>
            </a:r>
            <a:r>
              <a:rPr lang="he-IL" sz="2400" b="1" dirty="0">
                <a:solidFill>
                  <a:srgbClr val="002060"/>
                </a:solidFill>
              </a:rPr>
              <a:t> עליהם נלמד בהמשך.</a:t>
            </a:r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53" y="3631357"/>
            <a:ext cx="2195079" cy="2195079"/>
          </a:xfrm>
          <a:prstGeom prst="rect">
            <a:avLst/>
          </a:prstGeom>
        </p:spPr>
      </p:pic>
      <p:sp>
        <p:nvSpPr>
          <p:cNvPr id="4" name="מלבן 3"/>
          <p:cNvSpPr/>
          <p:nvPr/>
        </p:nvSpPr>
        <p:spPr>
          <a:xfrm>
            <a:off x="1024128" y="1627157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>
              <a:lnSpc>
                <a:spcPct val="150000"/>
              </a:lnSpc>
            </a:pPr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for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i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in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range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3200" dirty="0">
                <a:solidFill>
                  <a:srgbClr val="09885A"/>
                </a:solidFill>
                <a:latin typeface="Varela Round" panose="00000500000000000000" pitchFamily="2" charset="-79"/>
              </a:rPr>
              <a:t>100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):</a:t>
            </a:r>
          </a:p>
          <a:p>
            <a:pPr algn="l" rtl="0">
              <a:lnSpc>
                <a:spcPct val="150000"/>
              </a:lnSpc>
            </a:pP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      </a:t>
            </a:r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print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(i%</a:t>
            </a:r>
            <a:r>
              <a:rPr lang="en-US" sz="3200" dirty="0">
                <a:solidFill>
                  <a:srgbClr val="09885A"/>
                </a:solidFill>
                <a:latin typeface="Varela Round" panose="00000500000000000000" pitchFamily="2" charset="-79"/>
              </a:rPr>
              <a:t>2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69983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לולאות</a:t>
            </a:r>
          </a:p>
        </p:txBody>
      </p:sp>
      <p:sp>
        <p:nvSpPr>
          <p:cNvPr id="6" name="מציין מיקום טקסט 5"/>
          <p:cNvSpPr>
            <a:spLocks noGrp="1"/>
          </p:cNvSpPr>
          <p:nvPr>
            <p:ph type="body" sz="quarter" idx="10"/>
          </p:nvPr>
        </p:nvSpPr>
        <p:spPr>
          <a:xfrm>
            <a:off x="2941384" y="870241"/>
            <a:ext cx="7885112" cy="4090988"/>
          </a:xfrm>
        </p:spPr>
        <p:txBody>
          <a:bodyPr/>
          <a:lstStyle/>
          <a:p>
            <a:pPr marL="0" indent="0">
              <a:buNone/>
            </a:pPr>
            <a:r>
              <a:rPr lang="he-IL" dirty="0">
                <a:solidFill>
                  <a:srgbClr val="00B0F0"/>
                </a:solidFill>
              </a:rPr>
              <a:t>דוגמא – מדבקות לפי שם</a:t>
            </a:r>
          </a:p>
        </p:txBody>
      </p:sp>
      <p:sp>
        <p:nvSpPr>
          <p:cNvPr id="7" name="מציין מיקום תוכן 6"/>
          <p:cNvSpPr>
            <a:spLocks noGrp="1"/>
          </p:cNvSpPr>
          <p:nvPr>
            <p:ph sz="quarter" idx="4294967295"/>
          </p:nvPr>
        </p:nvSpPr>
        <p:spPr>
          <a:xfrm>
            <a:off x="1024128" y="1523122"/>
            <a:ext cx="9632950" cy="4152900"/>
          </a:xfrm>
        </p:spPr>
        <p:txBody>
          <a:bodyPr>
            <a:normAutofit/>
          </a:bodyPr>
          <a:lstStyle/>
          <a:p>
            <a:pPr marL="96848" indent="0">
              <a:buNone/>
            </a:pPr>
            <a:r>
              <a:rPr lang="he-IL" sz="2800" dirty="0"/>
              <a:t>לקראת סיור בחברת הי-טק, יש להדפיס תג שמי.</a:t>
            </a:r>
            <a:br>
              <a:rPr lang="en-US" sz="2800" dirty="0"/>
            </a:br>
            <a:r>
              <a:rPr lang="he-IL" sz="2800" dirty="0"/>
              <a:t>כתבו תכנית הקולטת את שם המבקר ותאריך הביקור ומדפיסה מדבקה עבור 10 מבקרים:</a:t>
            </a:r>
          </a:p>
          <a:p>
            <a:pPr marL="96848" indent="0">
              <a:buNone/>
            </a:pPr>
            <a:r>
              <a:rPr lang="en-US" sz="2800" dirty="0"/>
              <a:t>	</a:t>
            </a:r>
            <a:endParaRPr lang="he-IL" sz="2800" dirty="0"/>
          </a:p>
        </p:txBody>
      </p:sp>
      <p:sp>
        <p:nvSpPr>
          <p:cNvPr id="3" name="מלבן 2"/>
          <p:cNvSpPr/>
          <p:nvPr/>
        </p:nvSpPr>
        <p:spPr>
          <a:xfrm>
            <a:off x="401284" y="3277636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dirty="0">
                <a:solidFill>
                  <a:srgbClr val="0000FF"/>
                </a:solidFill>
                <a:latin typeface="Varela Round" panose="00000500000000000000" pitchFamily="2" charset="-79"/>
              </a:rPr>
              <a:t>for</a:t>
            </a:r>
            <a:r>
              <a:rPr lang="en-US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Varela Round" panose="00000500000000000000" pitchFamily="2" charset="-79"/>
              </a:rPr>
              <a:t>i</a:t>
            </a:r>
            <a:r>
              <a:rPr lang="en-US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dirty="0">
                <a:solidFill>
                  <a:srgbClr val="0000FF"/>
                </a:solidFill>
                <a:latin typeface="Varela Round" panose="00000500000000000000" pitchFamily="2" charset="-79"/>
              </a:rPr>
              <a:t>in</a:t>
            </a:r>
            <a:r>
              <a:rPr lang="en-US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dirty="0">
                <a:solidFill>
                  <a:srgbClr val="0000FF"/>
                </a:solidFill>
                <a:latin typeface="Varela Round" panose="00000500000000000000" pitchFamily="2" charset="-79"/>
              </a:rPr>
              <a:t>range</a:t>
            </a:r>
            <a:r>
              <a:rPr lang="en-US" dirty="0">
                <a:solidFill>
                  <a:srgbClr val="000000"/>
                </a:solidFill>
                <a:latin typeface="Varela Round" panose="00000500000000000000" pitchFamily="2" charset="-79"/>
              </a:rPr>
              <a:t> (</a:t>
            </a:r>
            <a:r>
              <a:rPr lang="en-US" dirty="0">
                <a:solidFill>
                  <a:srgbClr val="09885A"/>
                </a:solidFill>
                <a:latin typeface="Varela Round" panose="00000500000000000000" pitchFamily="2" charset="-79"/>
              </a:rPr>
              <a:t>10</a:t>
            </a:r>
            <a:r>
              <a:rPr lang="en-US" dirty="0">
                <a:solidFill>
                  <a:srgbClr val="000000"/>
                </a:solidFill>
                <a:latin typeface="Varela Round" panose="00000500000000000000" pitchFamily="2" charset="-79"/>
              </a:rPr>
              <a:t>):</a:t>
            </a:r>
          </a:p>
          <a:p>
            <a:pPr algn="l" rtl="0"/>
            <a:r>
              <a:rPr lang="en-US" dirty="0">
                <a:solidFill>
                  <a:srgbClr val="000000"/>
                </a:solidFill>
                <a:latin typeface="Varela Round" panose="00000500000000000000" pitchFamily="2" charset="-79"/>
              </a:rPr>
              <a:t>	name=</a:t>
            </a:r>
            <a:r>
              <a:rPr lang="en-US" dirty="0">
                <a:solidFill>
                  <a:srgbClr val="0000FF"/>
                </a:solidFill>
                <a:latin typeface="Varela Round" panose="00000500000000000000" pitchFamily="2" charset="-79"/>
              </a:rPr>
              <a:t>input</a:t>
            </a:r>
            <a:r>
              <a:rPr lang="en-US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dirty="0">
                <a:solidFill>
                  <a:srgbClr val="A31515"/>
                </a:solidFill>
                <a:latin typeface="Varela Round" panose="00000500000000000000" pitchFamily="2" charset="-79"/>
              </a:rPr>
              <a:t>Enter full name: </a:t>
            </a:r>
            <a:r>
              <a:rPr lang="en-US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dirty="0">
                <a:solidFill>
                  <a:srgbClr val="000000"/>
                </a:solidFill>
                <a:latin typeface="Varela Round" panose="00000500000000000000" pitchFamily="2" charset="-79"/>
              </a:rPr>
              <a:t>)</a:t>
            </a:r>
          </a:p>
          <a:p>
            <a:pPr algn="l" rtl="0"/>
            <a:r>
              <a:rPr lang="en-US" dirty="0">
                <a:solidFill>
                  <a:srgbClr val="000000"/>
                </a:solidFill>
                <a:latin typeface="Varela Round" panose="00000500000000000000" pitchFamily="2" charset="-79"/>
              </a:rPr>
              <a:t>	date=</a:t>
            </a:r>
            <a:r>
              <a:rPr lang="en-US" dirty="0">
                <a:solidFill>
                  <a:srgbClr val="0000FF"/>
                </a:solidFill>
                <a:latin typeface="Varela Round" panose="00000500000000000000" pitchFamily="2" charset="-79"/>
              </a:rPr>
              <a:t>input</a:t>
            </a:r>
            <a:r>
              <a:rPr lang="en-US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dirty="0">
                <a:solidFill>
                  <a:srgbClr val="A31515"/>
                </a:solidFill>
                <a:latin typeface="Varela Round" panose="00000500000000000000" pitchFamily="2" charset="-79"/>
              </a:rPr>
              <a:t>Enter the date </a:t>
            </a:r>
            <a:r>
              <a:rPr lang="en-US" dirty="0" err="1">
                <a:solidFill>
                  <a:srgbClr val="A31515"/>
                </a:solidFill>
                <a:latin typeface="Varela Round" panose="00000500000000000000" pitchFamily="2" charset="-79"/>
              </a:rPr>
              <a:t>dd</a:t>
            </a:r>
            <a:r>
              <a:rPr lang="en-US" dirty="0">
                <a:solidFill>
                  <a:srgbClr val="A31515"/>
                </a:solidFill>
                <a:latin typeface="Varela Round" panose="00000500000000000000" pitchFamily="2" charset="-79"/>
              </a:rPr>
              <a:t>/mm/</a:t>
            </a:r>
            <a:r>
              <a:rPr lang="en-US" dirty="0" err="1">
                <a:solidFill>
                  <a:srgbClr val="A31515"/>
                </a:solidFill>
                <a:latin typeface="Varela Round" panose="00000500000000000000" pitchFamily="2" charset="-79"/>
              </a:rPr>
              <a:t>yy</a:t>
            </a:r>
            <a:r>
              <a:rPr lang="en-US" dirty="0">
                <a:solidFill>
                  <a:srgbClr val="A31515"/>
                </a:solidFill>
                <a:latin typeface="Varela Round" panose="00000500000000000000" pitchFamily="2" charset="-79"/>
              </a:rPr>
              <a:t>: </a:t>
            </a:r>
            <a:r>
              <a:rPr lang="en-US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dirty="0">
                <a:solidFill>
                  <a:srgbClr val="000000"/>
                </a:solidFill>
                <a:latin typeface="Varela Round" panose="00000500000000000000" pitchFamily="2" charset="-79"/>
              </a:rPr>
              <a:t>)</a:t>
            </a:r>
          </a:p>
          <a:p>
            <a:pPr algn="l" rtl="0"/>
            <a:r>
              <a:rPr lang="en-US" dirty="0">
                <a:solidFill>
                  <a:srgbClr val="0000FF"/>
                </a:solidFill>
                <a:latin typeface="Varela Round" panose="00000500000000000000" pitchFamily="2" charset="-79"/>
              </a:rPr>
              <a:t>	print</a:t>
            </a:r>
            <a:r>
              <a:rPr lang="en-US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dirty="0">
                <a:solidFill>
                  <a:srgbClr val="A31515"/>
                </a:solidFill>
                <a:latin typeface="Varela Round" panose="00000500000000000000" pitchFamily="2" charset="-79"/>
              </a:rPr>
              <a:t>====================</a:t>
            </a:r>
            <a:r>
              <a:rPr lang="en-US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dirty="0">
                <a:solidFill>
                  <a:srgbClr val="000000"/>
                </a:solidFill>
                <a:latin typeface="Varela Round" panose="00000500000000000000" pitchFamily="2" charset="-79"/>
              </a:rPr>
              <a:t>)</a:t>
            </a:r>
          </a:p>
          <a:p>
            <a:pPr algn="l" rtl="0"/>
            <a:r>
              <a:rPr lang="en-US" dirty="0">
                <a:solidFill>
                  <a:srgbClr val="0000FF"/>
                </a:solidFill>
                <a:latin typeface="Varela Round" panose="00000500000000000000" pitchFamily="2" charset="-79"/>
              </a:rPr>
              <a:t>	print</a:t>
            </a:r>
            <a:r>
              <a:rPr lang="en-US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dirty="0">
                <a:solidFill>
                  <a:srgbClr val="A31515"/>
                </a:solidFill>
                <a:latin typeface="Varela Round" panose="00000500000000000000" pitchFamily="2" charset="-79"/>
              </a:rPr>
              <a:t>--------------------</a:t>
            </a:r>
            <a:r>
              <a:rPr lang="en-US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dirty="0">
                <a:solidFill>
                  <a:srgbClr val="000000"/>
                </a:solidFill>
                <a:latin typeface="Varela Round" panose="00000500000000000000" pitchFamily="2" charset="-79"/>
              </a:rPr>
              <a:t>)</a:t>
            </a:r>
          </a:p>
          <a:p>
            <a:pPr algn="l" rtl="0"/>
            <a:r>
              <a:rPr lang="en-US" dirty="0">
                <a:solidFill>
                  <a:srgbClr val="0000FF"/>
                </a:solidFill>
                <a:latin typeface="Varela Round" panose="00000500000000000000" pitchFamily="2" charset="-79"/>
              </a:rPr>
              <a:t>	print</a:t>
            </a:r>
            <a:r>
              <a:rPr lang="en-US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dirty="0">
                <a:solidFill>
                  <a:srgbClr val="A31515"/>
                </a:solidFill>
                <a:latin typeface="Varela Round" panose="00000500000000000000" pitchFamily="2" charset="-79"/>
              </a:rPr>
              <a:t>| </a:t>
            </a:r>
            <a:r>
              <a:rPr lang="en-US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dirty="0">
                <a:solidFill>
                  <a:srgbClr val="000000"/>
                </a:solidFill>
                <a:latin typeface="Varela Round" panose="00000500000000000000" pitchFamily="2" charset="-79"/>
              </a:rPr>
              <a:t>, name, </a:t>
            </a:r>
            <a:r>
              <a:rPr lang="en-US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dirty="0">
                <a:solidFill>
                  <a:srgbClr val="A31515"/>
                </a:solidFill>
                <a:latin typeface="Varela Round" panose="00000500000000000000" pitchFamily="2" charset="-79"/>
              </a:rPr>
              <a:t> </a:t>
            </a:r>
            <a:r>
              <a:rPr lang="en-US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dirty="0">
                <a:solidFill>
                  <a:srgbClr val="000000"/>
                </a:solidFill>
                <a:latin typeface="Varela Round" panose="00000500000000000000" pitchFamily="2" charset="-79"/>
              </a:rPr>
              <a:t>)</a:t>
            </a:r>
          </a:p>
          <a:p>
            <a:pPr algn="l" rtl="0"/>
            <a:r>
              <a:rPr lang="en-US" dirty="0">
                <a:solidFill>
                  <a:srgbClr val="0000FF"/>
                </a:solidFill>
                <a:latin typeface="Varela Round" panose="00000500000000000000" pitchFamily="2" charset="-79"/>
              </a:rPr>
              <a:t>	print</a:t>
            </a:r>
            <a:r>
              <a:rPr lang="en-US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dirty="0">
                <a:solidFill>
                  <a:srgbClr val="A31515"/>
                </a:solidFill>
                <a:latin typeface="Varela Round" panose="00000500000000000000" pitchFamily="2" charset="-79"/>
              </a:rPr>
              <a:t>| </a:t>
            </a:r>
            <a:r>
              <a:rPr lang="en-US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dirty="0">
                <a:solidFill>
                  <a:srgbClr val="000000"/>
                </a:solidFill>
                <a:latin typeface="Varela Round" panose="00000500000000000000" pitchFamily="2" charset="-79"/>
              </a:rPr>
              <a:t>, date, </a:t>
            </a:r>
            <a:r>
              <a:rPr lang="en-US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dirty="0">
                <a:solidFill>
                  <a:srgbClr val="A31515"/>
                </a:solidFill>
                <a:latin typeface="Varela Round" panose="00000500000000000000" pitchFamily="2" charset="-79"/>
              </a:rPr>
              <a:t> </a:t>
            </a:r>
            <a:r>
              <a:rPr lang="en-US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dirty="0">
                <a:solidFill>
                  <a:srgbClr val="000000"/>
                </a:solidFill>
                <a:latin typeface="Varela Round" panose="00000500000000000000" pitchFamily="2" charset="-79"/>
              </a:rPr>
              <a:t>)</a:t>
            </a:r>
          </a:p>
          <a:p>
            <a:pPr algn="l" rtl="0"/>
            <a:r>
              <a:rPr lang="en-US" dirty="0">
                <a:solidFill>
                  <a:srgbClr val="0000FF"/>
                </a:solidFill>
                <a:latin typeface="Varela Round" panose="00000500000000000000" pitchFamily="2" charset="-79"/>
              </a:rPr>
              <a:t>	print</a:t>
            </a:r>
            <a:r>
              <a:rPr lang="en-US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dirty="0">
                <a:solidFill>
                  <a:srgbClr val="A31515"/>
                </a:solidFill>
                <a:latin typeface="Varela Round" panose="00000500000000000000" pitchFamily="2" charset="-79"/>
              </a:rPr>
              <a:t>--------------------</a:t>
            </a:r>
            <a:r>
              <a:rPr lang="en-US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dirty="0">
                <a:solidFill>
                  <a:srgbClr val="000000"/>
                </a:solidFill>
                <a:latin typeface="Varela Round" panose="00000500000000000000" pitchFamily="2" charset="-79"/>
              </a:rPr>
              <a:t>)</a:t>
            </a:r>
          </a:p>
          <a:p>
            <a:pPr algn="l" rtl="0"/>
            <a:r>
              <a:rPr lang="en-US" dirty="0">
                <a:solidFill>
                  <a:srgbClr val="0000FF"/>
                </a:solidFill>
                <a:latin typeface="Varela Round" panose="00000500000000000000" pitchFamily="2" charset="-79"/>
              </a:rPr>
              <a:t>	print</a:t>
            </a:r>
            <a:r>
              <a:rPr lang="en-US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dirty="0">
                <a:solidFill>
                  <a:srgbClr val="A31515"/>
                </a:solidFill>
                <a:latin typeface="Varela Round" panose="00000500000000000000" pitchFamily="2" charset="-79"/>
              </a:rPr>
              <a:t>====================</a:t>
            </a:r>
            <a:r>
              <a:rPr lang="en-US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dirty="0">
                <a:solidFill>
                  <a:srgbClr val="000000"/>
                </a:solidFill>
                <a:latin typeface="Varela Round" panose="00000500000000000000" pitchFamily="2" charset="-79"/>
              </a:rPr>
              <a:t>)</a:t>
            </a:r>
            <a:endParaRPr lang="en-US" b="0" dirty="0">
              <a:solidFill>
                <a:srgbClr val="000000"/>
              </a:solidFill>
              <a:effectLst/>
              <a:latin typeface="Varela Round" panose="00000500000000000000" pitchFamily="2" charset="-79"/>
            </a:endParaRPr>
          </a:p>
        </p:txBody>
      </p:sp>
      <p:pic>
        <p:nvPicPr>
          <p:cNvPr id="8" name="תמונה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4491" y="2012190"/>
            <a:ext cx="4685380" cy="4685380"/>
          </a:xfrm>
          <a:prstGeom prst="rect">
            <a:avLst/>
          </a:prstGeom>
        </p:spPr>
      </p:pic>
      <p:pic>
        <p:nvPicPr>
          <p:cNvPr id="4" name="תמונה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416" y="3306519"/>
            <a:ext cx="3177631" cy="255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672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לולאות – סיכום ביניים</a:t>
            </a:r>
          </a:p>
        </p:txBody>
      </p:sp>
      <p:sp>
        <p:nvSpPr>
          <p:cNvPr id="6" name="מציין מיקום טקסט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he-IL" dirty="0"/>
              <a:t>מבנה הלולאה ושימוש באינדקס להדפסה פשוטה</a:t>
            </a:r>
          </a:p>
        </p:txBody>
      </p:sp>
      <p:sp>
        <p:nvSpPr>
          <p:cNvPr id="3" name="מלבן 2"/>
          <p:cNvSpPr/>
          <p:nvPr/>
        </p:nvSpPr>
        <p:spPr>
          <a:xfrm>
            <a:off x="3709737" y="2071119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for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i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in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range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3200" dirty="0">
                <a:solidFill>
                  <a:srgbClr val="09885A"/>
                </a:solidFill>
                <a:latin typeface="Varela Round" panose="00000500000000000000" pitchFamily="2" charset="-79"/>
              </a:rPr>
              <a:t>10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):</a:t>
            </a:r>
          </a:p>
          <a:p>
            <a:pPr algn="l" rtl="0"/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	print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32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i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, end=</a:t>
            </a:r>
            <a:r>
              <a:rPr lang="en-US" sz="32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3200" dirty="0">
                <a:solidFill>
                  <a:srgbClr val="A31515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)</a:t>
            </a:r>
            <a:endParaRPr lang="en-US" sz="3200" b="0" dirty="0">
              <a:solidFill>
                <a:srgbClr val="000000"/>
              </a:solidFill>
              <a:effectLst/>
              <a:latin typeface="Varela Round" panose="00000500000000000000" pitchFamily="2" charset="-79"/>
            </a:endParaRPr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9737" y="3762408"/>
            <a:ext cx="4779812" cy="737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28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לולאות מיוחדות</a:t>
            </a:r>
          </a:p>
        </p:txBody>
      </p:sp>
      <p:sp>
        <p:nvSpPr>
          <p:cNvPr id="5" name="מציין מיקום תוכן 4"/>
          <p:cNvSpPr>
            <a:spLocks noGrp="1"/>
          </p:cNvSpPr>
          <p:nvPr>
            <p:ph idx="1"/>
          </p:nvPr>
        </p:nvSpPr>
        <p:spPr>
          <a:xfrm>
            <a:off x="446474" y="1571592"/>
            <a:ext cx="10206018" cy="46115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sz="2000" b="1" dirty="0"/>
              <a:t>ניתן להשתמש בלולאת </a:t>
            </a:r>
            <a:r>
              <a:rPr lang="en-US" sz="2000" b="1" dirty="0"/>
              <a:t> </a:t>
            </a:r>
            <a:r>
              <a:rPr lang="en-US" sz="3600" b="1" dirty="0">
                <a:solidFill>
                  <a:srgbClr val="12B4BC"/>
                </a:solidFill>
              </a:rPr>
              <a:t>for</a:t>
            </a:r>
            <a:r>
              <a:rPr lang="en-US" sz="3600" b="1" dirty="0"/>
              <a:t> </a:t>
            </a:r>
            <a:r>
              <a:rPr lang="he-IL" sz="2000" b="1" dirty="0"/>
              <a:t>בדרך נוספת – הגדרת ערך התחלתי.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11A4AB"/>
                </a:solidFill>
              </a:rPr>
              <a:t>start</a:t>
            </a:r>
            <a:r>
              <a:rPr lang="he-IL" sz="2000" b="1" dirty="0">
                <a:solidFill>
                  <a:srgbClr val="11A4AB"/>
                </a:solidFill>
              </a:rPr>
              <a:t> </a:t>
            </a:r>
            <a:r>
              <a:rPr lang="he-IL" sz="2000" b="1" dirty="0"/>
              <a:t>ערך התחלתי למשתנה הלולאה (כולל)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11A4AB"/>
                </a:solidFill>
              </a:rPr>
              <a:t>stop</a:t>
            </a:r>
            <a:r>
              <a:rPr lang="he-IL" sz="2000" b="1" dirty="0"/>
              <a:t>  ערך סופי למשתנה הלולאה (לא כולל)</a:t>
            </a:r>
          </a:p>
          <a:p>
            <a:pPr marL="0" indent="0">
              <a:buNone/>
            </a:pPr>
            <a:r>
              <a:rPr lang="en-US" sz="2000" b="1" dirty="0"/>
              <a:t>  </a:t>
            </a:r>
            <a:r>
              <a:rPr lang="en-US" sz="2000" b="1" dirty="0">
                <a:solidFill>
                  <a:srgbClr val="11A4AB"/>
                </a:solidFill>
              </a:rPr>
              <a:t>item</a:t>
            </a:r>
            <a:r>
              <a:rPr lang="he-IL" sz="2000" b="1" dirty="0"/>
              <a:t>משתנה המייצג את מונה הלולאה. כמה פעמים הלולאה בוצעה.</a:t>
            </a:r>
          </a:p>
          <a:p>
            <a:pPr marL="0" indent="0">
              <a:buNone/>
            </a:pPr>
            <a:r>
              <a:rPr lang="he-IL" sz="2000" b="1" dirty="0"/>
              <a:t>          הערך יהיה בהתחלה</a:t>
            </a:r>
            <a:r>
              <a:rPr lang="en-US" sz="2000" b="1" dirty="0"/>
              <a:t> start </a:t>
            </a:r>
            <a:r>
              <a:rPr lang="he-IL" sz="2000" b="1" dirty="0"/>
              <a:t>הלולאה תתבצע מ</a:t>
            </a:r>
            <a:r>
              <a:rPr lang="en-US" sz="2000" b="1" dirty="0"/>
              <a:t>start </a:t>
            </a:r>
            <a:r>
              <a:rPr lang="he-IL" sz="2000" b="1" dirty="0"/>
              <a:t> עד</a:t>
            </a:r>
            <a:r>
              <a:rPr lang="en-US" sz="2000" b="1" dirty="0"/>
              <a:t>stop </a:t>
            </a:r>
            <a:r>
              <a:rPr lang="he-IL" sz="2000" b="1" dirty="0"/>
              <a:t>.</a:t>
            </a:r>
          </a:p>
          <a:p>
            <a:pPr marL="0" indent="0">
              <a:buNone/>
            </a:pPr>
            <a:r>
              <a:rPr lang="he-IL" sz="2000" b="1" dirty="0"/>
              <a:t>         השם</a:t>
            </a:r>
            <a:r>
              <a:rPr lang="en-US" sz="2000" b="1" dirty="0"/>
              <a:t> Item </a:t>
            </a:r>
            <a:r>
              <a:rPr lang="he-IL" sz="2000" b="1" dirty="0"/>
              <a:t>הוא שם של משתנה. ניתן לבחור בכל שם שנרצה.</a:t>
            </a:r>
          </a:p>
        </p:txBody>
      </p:sp>
      <p:sp>
        <p:nvSpPr>
          <p:cNvPr id="7" name="מלבן 6"/>
          <p:cNvSpPr/>
          <p:nvPr/>
        </p:nvSpPr>
        <p:spPr>
          <a:xfrm>
            <a:off x="2342409" y="986817"/>
            <a:ext cx="58721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for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item </a:t>
            </a:r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in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range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(start, stop):</a:t>
            </a:r>
          </a:p>
        </p:txBody>
      </p:sp>
    </p:spTree>
    <p:extLst>
      <p:ext uri="{BB962C8B-B14F-4D97-AF65-F5344CB8AC3E}">
        <p14:creationId xmlns:p14="http://schemas.microsoft.com/office/powerpoint/2010/main" val="532749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לולאות מיוחדות</a:t>
            </a:r>
          </a:p>
        </p:txBody>
      </p:sp>
      <p:sp>
        <p:nvSpPr>
          <p:cNvPr id="4" name="מלבן 3"/>
          <p:cNvSpPr/>
          <p:nvPr/>
        </p:nvSpPr>
        <p:spPr>
          <a:xfrm>
            <a:off x="3144252" y="2736867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for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i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in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range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3200" dirty="0">
                <a:solidFill>
                  <a:srgbClr val="09885A"/>
                </a:solidFill>
                <a:latin typeface="Varela Round" panose="00000500000000000000" pitchFamily="2" charset="-79"/>
              </a:rPr>
              <a:t>100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, </a:t>
            </a:r>
            <a:r>
              <a:rPr lang="en-US" sz="3200" dirty="0">
                <a:solidFill>
                  <a:srgbClr val="09885A"/>
                </a:solidFill>
                <a:latin typeface="Varela Round" panose="00000500000000000000" pitchFamily="2" charset="-79"/>
              </a:rPr>
              <a:t>110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):</a:t>
            </a:r>
          </a:p>
          <a:p>
            <a:pPr algn="l" rtl="0"/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	print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32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i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, end=</a:t>
            </a:r>
            <a:r>
              <a:rPr lang="en-US" sz="32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3200" dirty="0">
                <a:solidFill>
                  <a:srgbClr val="A31515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)</a:t>
            </a:r>
            <a:endParaRPr lang="en-US" sz="3200" b="0" dirty="0">
              <a:solidFill>
                <a:srgbClr val="000000"/>
              </a:solidFill>
              <a:effectLst/>
              <a:latin typeface="Varela Round" panose="00000500000000000000" pitchFamily="2" charset="-79"/>
            </a:endParaRPr>
          </a:p>
        </p:txBody>
      </p:sp>
      <p:sp>
        <p:nvSpPr>
          <p:cNvPr id="7" name="מציין מיקום טקסט 5"/>
          <p:cNvSpPr txBox="1">
            <a:spLocks/>
          </p:cNvSpPr>
          <p:nvPr/>
        </p:nvSpPr>
        <p:spPr>
          <a:xfrm>
            <a:off x="1024128" y="1157330"/>
            <a:ext cx="9802368" cy="431447"/>
          </a:xfrm>
          <a:prstGeom prst="rect">
            <a:avLst/>
          </a:prstGeom>
        </p:spPr>
        <p:txBody>
          <a:bodyPr/>
          <a:lstStyle>
            <a:lvl1pPr marL="342934" indent="-342934" algn="r" defTabSz="914491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024" indent="-285779" algn="r" defTabSz="914491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114" indent="-228623" algn="r" defTabSz="914491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360" indent="-228623" algn="r" defTabSz="914491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606" indent="-228623" algn="r" defTabSz="914491" rtl="1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851" indent="-228623" algn="r" defTabSz="914491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97" indent="-228623" algn="r" defTabSz="914491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343" indent="-228623" algn="r" defTabSz="914491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89" indent="-228623" algn="r" defTabSz="914491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b="1" dirty="0">
                <a:solidFill>
                  <a:srgbClr val="00B0F0"/>
                </a:solidFill>
              </a:rPr>
              <a:t>מה יודפס למסך בהינתן הקוד הבא:</a:t>
            </a:r>
          </a:p>
        </p:txBody>
      </p:sp>
    </p:spTree>
    <p:extLst>
      <p:ext uri="{BB962C8B-B14F-4D97-AF65-F5344CB8AC3E}">
        <p14:creationId xmlns:p14="http://schemas.microsoft.com/office/powerpoint/2010/main" val="4052254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לולאות מיוחדות</a:t>
            </a:r>
          </a:p>
        </p:txBody>
      </p:sp>
      <p:sp>
        <p:nvSpPr>
          <p:cNvPr id="4" name="מלבן 3"/>
          <p:cNvSpPr/>
          <p:nvPr/>
        </p:nvSpPr>
        <p:spPr>
          <a:xfrm>
            <a:off x="3481137" y="1565793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for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i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in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range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3200" dirty="0">
                <a:solidFill>
                  <a:srgbClr val="09885A"/>
                </a:solidFill>
                <a:latin typeface="Varela Round" panose="00000500000000000000" pitchFamily="2" charset="-79"/>
              </a:rPr>
              <a:t>100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, </a:t>
            </a:r>
            <a:r>
              <a:rPr lang="en-US" sz="3200" dirty="0">
                <a:solidFill>
                  <a:srgbClr val="09885A"/>
                </a:solidFill>
                <a:latin typeface="Varela Round" panose="00000500000000000000" pitchFamily="2" charset="-79"/>
              </a:rPr>
              <a:t>110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):</a:t>
            </a:r>
          </a:p>
          <a:p>
            <a:pPr algn="l" rtl="0"/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	print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32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i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, end=</a:t>
            </a:r>
            <a:r>
              <a:rPr lang="en-US" sz="32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3200" dirty="0">
                <a:solidFill>
                  <a:srgbClr val="A31515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)</a:t>
            </a:r>
            <a:endParaRPr lang="en-US" sz="3200" b="0" dirty="0">
              <a:solidFill>
                <a:srgbClr val="000000"/>
              </a:solidFill>
              <a:effectLst/>
              <a:latin typeface="Varela Round" panose="00000500000000000000" pitchFamily="2" charset="-79"/>
            </a:endParaRPr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155" y="3613556"/>
            <a:ext cx="7384068" cy="355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22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לולאות מיוחדות</a:t>
            </a:r>
          </a:p>
        </p:txBody>
      </p:sp>
      <p:sp>
        <p:nvSpPr>
          <p:cNvPr id="5" name="מציין מיקום תוכן 4"/>
          <p:cNvSpPr>
            <a:spLocks noGrp="1"/>
          </p:cNvSpPr>
          <p:nvPr>
            <p:ph idx="1"/>
          </p:nvPr>
        </p:nvSpPr>
        <p:spPr>
          <a:xfrm>
            <a:off x="-290945" y="1571592"/>
            <a:ext cx="10206018" cy="46115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sz="1800" b="1" dirty="0"/>
              <a:t>ניתן להשתמש בלולאת </a:t>
            </a:r>
            <a:r>
              <a:rPr lang="en-US" sz="1800" b="1" dirty="0"/>
              <a:t> </a:t>
            </a:r>
            <a:r>
              <a:rPr lang="en-US" sz="2800" b="1" dirty="0">
                <a:solidFill>
                  <a:srgbClr val="12B4BC"/>
                </a:solidFill>
              </a:rPr>
              <a:t>for</a:t>
            </a:r>
            <a:r>
              <a:rPr lang="en-US" sz="2800" b="1" dirty="0"/>
              <a:t> </a:t>
            </a:r>
            <a:r>
              <a:rPr lang="he-IL" sz="2800" b="1" dirty="0"/>
              <a:t> </a:t>
            </a:r>
            <a:r>
              <a:rPr lang="he-IL" sz="1800" b="1" dirty="0"/>
              <a:t>בדרך נוספת – הגדרת ערך התחלתי.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11A4AB"/>
                </a:solidFill>
              </a:rPr>
              <a:t>start</a:t>
            </a:r>
            <a:r>
              <a:rPr lang="he-IL" sz="1800" b="1" dirty="0"/>
              <a:t> ערך התחלתי למשתנה הלולאה (כולל)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11A4AB"/>
                </a:solidFill>
              </a:rPr>
              <a:t>stop</a:t>
            </a:r>
            <a:r>
              <a:rPr lang="he-IL" sz="1800" b="1" dirty="0"/>
              <a:t>  ערך סופי למשתנה הלולאה (לא כולל)</a:t>
            </a:r>
          </a:p>
          <a:p>
            <a:pPr marL="0" indent="0">
              <a:buNone/>
            </a:pPr>
            <a:r>
              <a:rPr lang="en-US" sz="1800" b="1" dirty="0"/>
              <a:t>  </a:t>
            </a:r>
            <a:r>
              <a:rPr lang="en-US" sz="1800" b="1" dirty="0">
                <a:solidFill>
                  <a:srgbClr val="11A4AB"/>
                </a:solidFill>
              </a:rPr>
              <a:t>item</a:t>
            </a:r>
            <a:r>
              <a:rPr lang="he-IL" sz="1800" b="1" dirty="0"/>
              <a:t>משתנה המייצג את מונה הלולאה. כמה פעמים הלולאה בוצעה.</a:t>
            </a:r>
          </a:p>
          <a:p>
            <a:pPr marL="0" indent="0">
              <a:buNone/>
            </a:pPr>
            <a:r>
              <a:rPr lang="he-IL" sz="1800" b="1" dirty="0"/>
              <a:t>      הערך יהיה בהתחלה</a:t>
            </a:r>
            <a:r>
              <a:rPr lang="en-US" sz="1800" b="1" dirty="0"/>
              <a:t> .start </a:t>
            </a:r>
            <a:r>
              <a:rPr lang="he-IL" sz="1800" b="1" dirty="0"/>
              <a:t>הלולאה תתבצע מ</a:t>
            </a:r>
            <a:r>
              <a:rPr lang="en-US" sz="1800" b="1" dirty="0"/>
              <a:t>start </a:t>
            </a:r>
            <a:r>
              <a:rPr lang="he-IL" sz="1800" b="1" dirty="0"/>
              <a:t> עד</a:t>
            </a:r>
            <a:r>
              <a:rPr lang="en-US" sz="1800" b="1" dirty="0"/>
              <a:t>stop </a:t>
            </a:r>
            <a:r>
              <a:rPr lang="he-IL" sz="1800" b="1" dirty="0"/>
              <a:t>.</a:t>
            </a:r>
            <a:br>
              <a:rPr lang="en-US" sz="1800" b="1" dirty="0"/>
            </a:br>
            <a:r>
              <a:rPr lang="en-US" sz="1800" b="1" dirty="0"/>
              <a:t> </a:t>
            </a:r>
            <a:r>
              <a:rPr lang="en-US" sz="1800" b="1" dirty="0">
                <a:solidFill>
                  <a:srgbClr val="11A4AB"/>
                </a:solidFill>
              </a:rPr>
              <a:t>Step</a:t>
            </a:r>
            <a:r>
              <a:rPr lang="he-IL" sz="1800" b="1" dirty="0"/>
              <a:t>בכמה להגדיל את משתנה הלולאה. ברב המקרים נשתמש בערך 1.</a:t>
            </a:r>
          </a:p>
          <a:p>
            <a:pPr marL="0" indent="0">
              <a:buNone/>
            </a:pPr>
            <a:r>
              <a:rPr lang="he-IL" sz="1800" b="1" dirty="0"/>
              <a:t>     המשתנה חייב להיות מספר שלם – חיובי או שלילי.</a:t>
            </a:r>
            <a:endParaRPr lang="en-US" sz="1800" b="1" dirty="0"/>
          </a:p>
          <a:p>
            <a:pPr marL="0" indent="0">
              <a:buNone/>
            </a:pPr>
            <a:r>
              <a:rPr lang="he-IL" sz="1800" b="1" dirty="0"/>
              <a:t>     השם </a:t>
            </a:r>
            <a:r>
              <a:rPr lang="en-US" sz="1800" b="1" dirty="0"/>
              <a:t> Item </a:t>
            </a:r>
            <a:r>
              <a:rPr lang="he-IL" sz="1800" b="1" dirty="0"/>
              <a:t>הוא שם של משתנה. ניתן לבחור בכל שם שנרצה.</a:t>
            </a:r>
          </a:p>
        </p:txBody>
      </p:sp>
      <p:sp>
        <p:nvSpPr>
          <p:cNvPr id="7" name="מלבן 6"/>
          <p:cNvSpPr/>
          <p:nvPr/>
        </p:nvSpPr>
        <p:spPr>
          <a:xfrm>
            <a:off x="2292603" y="986817"/>
            <a:ext cx="693330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for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item </a:t>
            </a:r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in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range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(start, stop ,step):</a:t>
            </a:r>
          </a:p>
        </p:txBody>
      </p:sp>
    </p:spTree>
    <p:extLst>
      <p:ext uri="{BB962C8B-B14F-4D97-AF65-F5344CB8AC3E}">
        <p14:creationId xmlns:p14="http://schemas.microsoft.com/office/powerpoint/2010/main" val="3420474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לולאות מיוחדות</a:t>
            </a:r>
          </a:p>
        </p:txBody>
      </p:sp>
      <p:sp>
        <p:nvSpPr>
          <p:cNvPr id="4" name="מלבן 3"/>
          <p:cNvSpPr/>
          <p:nvPr/>
        </p:nvSpPr>
        <p:spPr>
          <a:xfrm>
            <a:off x="3489756" y="2486532"/>
            <a:ext cx="650507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for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i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in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range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3200" dirty="0">
                <a:solidFill>
                  <a:srgbClr val="09885A"/>
                </a:solidFill>
                <a:latin typeface="Varela Round" panose="00000500000000000000" pitchFamily="2" charset="-79"/>
              </a:rPr>
              <a:t>100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, </a:t>
            </a:r>
            <a:r>
              <a:rPr lang="en-US" sz="3200" dirty="0">
                <a:solidFill>
                  <a:srgbClr val="09885A"/>
                </a:solidFill>
                <a:latin typeface="Varela Round" panose="00000500000000000000" pitchFamily="2" charset="-79"/>
              </a:rPr>
              <a:t>120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, </a:t>
            </a:r>
            <a:r>
              <a:rPr lang="en-US" sz="3200" dirty="0">
                <a:solidFill>
                  <a:srgbClr val="09885A"/>
                </a:solidFill>
                <a:latin typeface="Varela Round" panose="00000500000000000000" pitchFamily="2" charset="-79"/>
              </a:rPr>
              <a:t>5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):</a:t>
            </a:r>
          </a:p>
          <a:p>
            <a:pPr algn="l" rtl="0"/>
            <a:endParaRPr lang="en-US" sz="3200" dirty="0">
              <a:solidFill>
                <a:srgbClr val="000000"/>
              </a:solidFill>
              <a:latin typeface="Varela Round" panose="00000500000000000000" pitchFamily="2" charset="-79"/>
            </a:endParaRPr>
          </a:p>
          <a:p>
            <a:pPr algn="l" rtl="0"/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	print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32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i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, end=</a:t>
            </a:r>
            <a:r>
              <a:rPr lang="en-US" sz="32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3200" dirty="0">
                <a:solidFill>
                  <a:srgbClr val="A31515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)</a:t>
            </a:r>
            <a:endParaRPr lang="en-US" sz="3200" b="0" dirty="0">
              <a:solidFill>
                <a:srgbClr val="000000"/>
              </a:solidFill>
              <a:effectLst/>
              <a:latin typeface="Varela Round" panose="00000500000000000000" pitchFamily="2" charset="-79"/>
            </a:endParaRPr>
          </a:p>
        </p:txBody>
      </p:sp>
      <p:sp>
        <p:nvSpPr>
          <p:cNvPr id="6" name="מציין מיקום טקסט 5"/>
          <p:cNvSpPr txBox="1">
            <a:spLocks/>
          </p:cNvSpPr>
          <p:nvPr/>
        </p:nvSpPr>
        <p:spPr>
          <a:xfrm>
            <a:off x="1026926" y="1025601"/>
            <a:ext cx="9802368" cy="431447"/>
          </a:xfrm>
          <a:prstGeom prst="rect">
            <a:avLst/>
          </a:prstGeom>
        </p:spPr>
        <p:txBody>
          <a:bodyPr/>
          <a:lstStyle>
            <a:lvl1pPr marL="342934" indent="-342934" algn="r" defTabSz="914491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024" indent="-285779" algn="r" defTabSz="914491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114" indent="-228623" algn="r" defTabSz="914491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360" indent="-228623" algn="r" defTabSz="914491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606" indent="-228623" algn="r" defTabSz="914491" rtl="1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851" indent="-228623" algn="r" defTabSz="914491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97" indent="-228623" algn="r" defTabSz="914491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343" indent="-228623" algn="r" defTabSz="914491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89" indent="-228623" algn="r" defTabSz="914491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b="1" dirty="0">
                <a:solidFill>
                  <a:srgbClr val="00B0F0"/>
                </a:solidFill>
              </a:rPr>
              <a:t>מה יודפס למסך בהינתן הקוד הבא:</a:t>
            </a:r>
          </a:p>
        </p:txBody>
      </p:sp>
    </p:spTree>
    <p:extLst>
      <p:ext uri="{BB962C8B-B14F-4D97-AF65-F5344CB8AC3E}">
        <p14:creationId xmlns:p14="http://schemas.microsoft.com/office/powerpoint/2010/main" val="3396851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לולאות מיוחדות</a:t>
            </a:r>
          </a:p>
        </p:txBody>
      </p:sp>
      <p:sp>
        <p:nvSpPr>
          <p:cNvPr id="4" name="מלבן 3"/>
          <p:cNvSpPr/>
          <p:nvPr/>
        </p:nvSpPr>
        <p:spPr>
          <a:xfrm>
            <a:off x="2869031" y="1866582"/>
            <a:ext cx="650507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for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i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in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range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3200" dirty="0">
                <a:solidFill>
                  <a:srgbClr val="09885A"/>
                </a:solidFill>
                <a:latin typeface="Varela Round" panose="00000500000000000000" pitchFamily="2" charset="-79"/>
              </a:rPr>
              <a:t>100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, </a:t>
            </a:r>
            <a:r>
              <a:rPr lang="en-US" sz="3200" dirty="0">
                <a:solidFill>
                  <a:srgbClr val="09885A"/>
                </a:solidFill>
                <a:latin typeface="Varela Round" panose="00000500000000000000" pitchFamily="2" charset="-79"/>
              </a:rPr>
              <a:t>120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, </a:t>
            </a:r>
            <a:r>
              <a:rPr lang="en-US" sz="3200" dirty="0">
                <a:solidFill>
                  <a:srgbClr val="09885A"/>
                </a:solidFill>
                <a:latin typeface="Varela Round" panose="00000500000000000000" pitchFamily="2" charset="-79"/>
              </a:rPr>
              <a:t>5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):</a:t>
            </a:r>
          </a:p>
          <a:p>
            <a:pPr algn="l" rtl="0"/>
            <a:endParaRPr lang="en-US" sz="3200" dirty="0">
              <a:solidFill>
                <a:srgbClr val="000000"/>
              </a:solidFill>
              <a:latin typeface="Varela Round" panose="00000500000000000000" pitchFamily="2" charset="-79"/>
            </a:endParaRPr>
          </a:p>
          <a:p>
            <a:pPr algn="l" rtl="0"/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	print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32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i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, end=</a:t>
            </a:r>
            <a:r>
              <a:rPr lang="en-US" sz="32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3200" dirty="0">
                <a:solidFill>
                  <a:srgbClr val="A31515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)</a:t>
            </a:r>
            <a:endParaRPr lang="en-US" sz="3200" b="0" dirty="0">
              <a:solidFill>
                <a:srgbClr val="000000"/>
              </a:solidFill>
              <a:effectLst/>
              <a:latin typeface="Varela Round" panose="00000500000000000000" pitchFamily="2" charset="-79"/>
            </a:endParaRPr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476" y="3892652"/>
            <a:ext cx="4304300" cy="107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773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לולאות מיוחדות</a:t>
            </a:r>
          </a:p>
        </p:txBody>
      </p:sp>
      <p:sp>
        <p:nvSpPr>
          <p:cNvPr id="4" name="מלבן 3"/>
          <p:cNvSpPr/>
          <p:nvPr/>
        </p:nvSpPr>
        <p:spPr>
          <a:xfrm>
            <a:off x="2869031" y="2732856"/>
            <a:ext cx="650507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for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i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in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range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3200" dirty="0">
                <a:solidFill>
                  <a:srgbClr val="09885A"/>
                </a:solidFill>
                <a:latin typeface="Varela Round" panose="00000500000000000000" pitchFamily="2" charset="-79"/>
              </a:rPr>
              <a:t>100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, </a:t>
            </a:r>
            <a:r>
              <a:rPr lang="en-US" sz="3200" dirty="0">
                <a:solidFill>
                  <a:srgbClr val="09885A"/>
                </a:solidFill>
                <a:latin typeface="Varela Round" panose="00000500000000000000" pitchFamily="2" charset="-79"/>
              </a:rPr>
              <a:t>120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, </a:t>
            </a:r>
            <a:r>
              <a:rPr lang="en-US" sz="3200" dirty="0">
                <a:solidFill>
                  <a:srgbClr val="09885A"/>
                </a:solidFill>
                <a:latin typeface="Varela Round" panose="00000500000000000000" pitchFamily="2" charset="-79"/>
              </a:rPr>
              <a:t>5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):</a:t>
            </a:r>
          </a:p>
          <a:p>
            <a:pPr algn="l" rtl="0"/>
            <a:endParaRPr lang="en-US" sz="3200" dirty="0">
              <a:solidFill>
                <a:srgbClr val="000000"/>
              </a:solidFill>
              <a:latin typeface="Varela Round" panose="00000500000000000000" pitchFamily="2" charset="-79"/>
            </a:endParaRPr>
          </a:p>
          <a:p>
            <a:pPr algn="l" rtl="0"/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	print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32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i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, end=</a:t>
            </a:r>
            <a:r>
              <a:rPr lang="en-US" sz="32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3200" dirty="0">
                <a:solidFill>
                  <a:srgbClr val="A31515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)</a:t>
            </a:r>
            <a:endParaRPr lang="en-US" sz="3200" b="0" dirty="0">
              <a:solidFill>
                <a:srgbClr val="000000"/>
              </a:solidFill>
              <a:effectLst/>
              <a:latin typeface="Varela Round" panose="00000500000000000000" pitchFamily="2" charset="-79"/>
            </a:endParaRPr>
          </a:p>
        </p:txBody>
      </p:sp>
      <p:sp>
        <p:nvSpPr>
          <p:cNvPr id="6" name="מציין מיקום טקסט 5"/>
          <p:cNvSpPr txBox="1">
            <a:spLocks/>
          </p:cNvSpPr>
          <p:nvPr/>
        </p:nvSpPr>
        <p:spPr>
          <a:xfrm>
            <a:off x="1026926" y="1025601"/>
            <a:ext cx="9802368" cy="431447"/>
          </a:xfrm>
          <a:prstGeom prst="rect">
            <a:avLst/>
          </a:prstGeom>
        </p:spPr>
        <p:txBody>
          <a:bodyPr/>
          <a:lstStyle>
            <a:lvl1pPr marL="342934" indent="-342934" algn="r" defTabSz="914491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024" indent="-285779" algn="r" defTabSz="914491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114" indent="-228623" algn="r" defTabSz="914491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360" indent="-228623" algn="r" defTabSz="914491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606" indent="-228623" algn="r" defTabSz="914491" rtl="1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851" indent="-228623" algn="r" defTabSz="914491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97" indent="-228623" algn="r" defTabSz="914491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343" indent="-228623" algn="r" defTabSz="914491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89" indent="-228623" algn="r" defTabSz="914491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b="1" dirty="0">
                <a:solidFill>
                  <a:srgbClr val="00B0F0"/>
                </a:solidFill>
              </a:rPr>
              <a:t>מה יודפס למסך בהינתן הקוד הבא:</a:t>
            </a:r>
          </a:p>
        </p:txBody>
      </p:sp>
    </p:spTree>
    <p:extLst>
      <p:ext uri="{BB962C8B-B14F-4D97-AF65-F5344CB8AC3E}">
        <p14:creationId xmlns:p14="http://schemas.microsoft.com/office/powerpoint/2010/main" val="3031269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לולאות מיוחדות</a:t>
            </a:r>
          </a:p>
        </p:txBody>
      </p:sp>
      <p:sp>
        <p:nvSpPr>
          <p:cNvPr id="4" name="מלבן 3"/>
          <p:cNvSpPr/>
          <p:nvPr/>
        </p:nvSpPr>
        <p:spPr>
          <a:xfrm>
            <a:off x="2869031" y="1866582"/>
            <a:ext cx="650507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for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i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in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range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3200" dirty="0">
                <a:solidFill>
                  <a:srgbClr val="09885A"/>
                </a:solidFill>
                <a:latin typeface="Varela Round" panose="00000500000000000000" pitchFamily="2" charset="-79"/>
              </a:rPr>
              <a:t>100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, </a:t>
            </a:r>
            <a:r>
              <a:rPr lang="en-US" sz="3200" dirty="0">
                <a:solidFill>
                  <a:srgbClr val="09885A"/>
                </a:solidFill>
                <a:latin typeface="Varela Round" panose="00000500000000000000" pitchFamily="2" charset="-79"/>
              </a:rPr>
              <a:t>120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, </a:t>
            </a:r>
            <a:r>
              <a:rPr lang="en-US" sz="3200" dirty="0">
                <a:solidFill>
                  <a:srgbClr val="09885A"/>
                </a:solidFill>
                <a:latin typeface="Varela Round" panose="00000500000000000000" pitchFamily="2" charset="-79"/>
              </a:rPr>
              <a:t>5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):</a:t>
            </a:r>
          </a:p>
          <a:p>
            <a:pPr algn="l" rtl="0"/>
            <a:endParaRPr lang="en-US" sz="3200" dirty="0">
              <a:solidFill>
                <a:srgbClr val="000000"/>
              </a:solidFill>
              <a:latin typeface="Varela Round" panose="00000500000000000000" pitchFamily="2" charset="-79"/>
            </a:endParaRPr>
          </a:p>
          <a:p>
            <a:pPr algn="l" rtl="0"/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	print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32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i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, end=</a:t>
            </a:r>
            <a:r>
              <a:rPr lang="en-US" sz="32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3200" dirty="0">
                <a:solidFill>
                  <a:srgbClr val="A31515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)</a:t>
            </a:r>
            <a:endParaRPr lang="en-US" sz="3200" b="0" dirty="0">
              <a:solidFill>
                <a:srgbClr val="000000"/>
              </a:solidFill>
              <a:effectLst/>
              <a:latin typeface="Varela Round" panose="00000500000000000000" pitchFamily="2" charset="-79"/>
            </a:endParaRPr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2218" y="3892652"/>
            <a:ext cx="4304300" cy="107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315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לולאות מיוחדות</a:t>
            </a:r>
          </a:p>
        </p:txBody>
      </p:sp>
      <p:sp>
        <p:nvSpPr>
          <p:cNvPr id="3" name="מלבן 2"/>
          <p:cNvSpPr/>
          <p:nvPr/>
        </p:nvSpPr>
        <p:spPr>
          <a:xfrm>
            <a:off x="2993148" y="2637877"/>
            <a:ext cx="629833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for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i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in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range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3200" dirty="0">
                <a:solidFill>
                  <a:srgbClr val="09885A"/>
                </a:solidFill>
                <a:latin typeface="Varela Round" panose="00000500000000000000" pitchFamily="2" charset="-79"/>
              </a:rPr>
              <a:t>150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, </a:t>
            </a:r>
            <a:r>
              <a:rPr lang="en-US" sz="3200" dirty="0">
                <a:solidFill>
                  <a:srgbClr val="09885A"/>
                </a:solidFill>
                <a:latin typeface="Varela Round" panose="00000500000000000000" pitchFamily="2" charset="-79"/>
              </a:rPr>
              <a:t>120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, </a:t>
            </a:r>
            <a:r>
              <a:rPr lang="en-US" sz="3200" dirty="0">
                <a:solidFill>
                  <a:srgbClr val="09885A"/>
                </a:solidFill>
                <a:latin typeface="Varela Round" panose="00000500000000000000" pitchFamily="2" charset="-79"/>
              </a:rPr>
              <a:t>-5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):</a:t>
            </a:r>
          </a:p>
          <a:p>
            <a:pPr algn="l" rtl="0"/>
            <a:endParaRPr lang="en-US" sz="3200" dirty="0">
              <a:solidFill>
                <a:srgbClr val="000000"/>
              </a:solidFill>
              <a:latin typeface="Varela Round" panose="00000500000000000000" pitchFamily="2" charset="-79"/>
            </a:endParaRPr>
          </a:p>
          <a:p>
            <a:pPr algn="l" rtl="0"/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	print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32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i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, end=</a:t>
            </a:r>
            <a:r>
              <a:rPr lang="en-US" sz="32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3200" dirty="0">
                <a:solidFill>
                  <a:srgbClr val="A31515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)</a:t>
            </a:r>
            <a:endParaRPr lang="en-US" sz="3200" b="0" dirty="0">
              <a:solidFill>
                <a:srgbClr val="000000"/>
              </a:solidFill>
              <a:effectLst/>
              <a:latin typeface="Varela Round" panose="00000500000000000000" pitchFamily="2" charset="-79"/>
            </a:endParaRPr>
          </a:p>
        </p:txBody>
      </p:sp>
      <p:sp>
        <p:nvSpPr>
          <p:cNvPr id="7" name="מציין מיקום טקסט 5"/>
          <p:cNvSpPr txBox="1">
            <a:spLocks/>
          </p:cNvSpPr>
          <p:nvPr/>
        </p:nvSpPr>
        <p:spPr>
          <a:xfrm>
            <a:off x="1026926" y="1025601"/>
            <a:ext cx="9802368" cy="431447"/>
          </a:xfrm>
          <a:prstGeom prst="rect">
            <a:avLst/>
          </a:prstGeom>
        </p:spPr>
        <p:txBody>
          <a:bodyPr/>
          <a:lstStyle>
            <a:lvl1pPr marL="342934" indent="-342934" algn="r" defTabSz="914491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3024" indent="-285779" algn="r" defTabSz="914491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114" indent="-228623" algn="r" defTabSz="914491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360" indent="-228623" algn="r" defTabSz="914491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606" indent="-228623" algn="r" defTabSz="914491" rtl="1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851" indent="-228623" algn="r" defTabSz="914491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97" indent="-228623" algn="r" defTabSz="914491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343" indent="-228623" algn="r" defTabSz="914491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89" indent="-228623" algn="r" defTabSz="914491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b="1" dirty="0">
                <a:solidFill>
                  <a:srgbClr val="00B0F0"/>
                </a:solidFill>
              </a:rPr>
              <a:t>מה יודפס למסך בהינתן הקוד הבא:</a:t>
            </a:r>
          </a:p>
        </p:txBody>
      </p:sp>
    </p:spTree>
    <p:extLst>
      <p:ext uri="{BB962C8B-B14F-4D97-AF65-F5344CB8AC3E}">
        <p14:creationId xmlns:p14="http://schemas.microsoft.com/office/powerpoint/2010/main" val="3689112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לולאות מיוחדות</a:t>
            </a:r>
          </a:p>
        </p:txBody>
      </p:sp>
      <p:sp>
        <p:nvSpPr>
          <p:cNvPr id="3" name="מלבן 2"/>
          <p:cNvSpPr/>
          <p:nvPr/>
        </p:nvSpPr>
        <p:spPr>
          <a:xfrm>
            <a:off x="2940902" y="1971276"/>
            <a:ext cx="757588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for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i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in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range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3200" dirty="0">
                <a:solidFill>
                  <a:srgbClr val="09885A"/>
                </a:solidFill>
                <a:latin typeface="Varela Round" panose="00000500000000000000" pitchFamily="2" charset="-79"/>
              </a:rPr>
              <a:t>150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, </a:t>
            </a:r>
            <a:r>
              <a:rPr lang="en-US" sz="3200" dirty="0">
                <a:solidFill>
                  <a:srgbClr val="09885A"/>
                </a:solidFill>
                <a:latin typeface="Varela Round" panose="00000500000000000000" pitchFamily="2" charset="-79"/>
              </a:rPr>
              <a:t>120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, </a:t>
            </a:r>
            <a:r>
              <a:rPr lang="en-US" sz="3200" dirty="0">
                <a:solidFill>
                  <a:srgbClr val="09885A"/>
                </a:solidFill>
                <a:latin typeface="Varela Round" panose="00000500000000000000" pitchFamily="2" charset="-79"/>
              </a:rPr>
              <a:t>-5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):</a:t>
            </a:r>
          </a:p>
          <a:p>
            <a:pPr algn="l" rtl="0"/>
            <a:endParaRPr lang="en-US" sz="3200" dirty="0">
              <a:solidFill>
                <a:srgbClr val="000000"/>
              </a:solidFill>
              <a:latin typeface="Varela Round" panose="00000500000000000000" pitchFamily="2" charset="-79"/>
            </a:endParaRPr>
          </a:p>
          <a:p>
            <a:pPr algn="l" rtl="0"/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	print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32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i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, end=</a:t>
            </a:r>
            <a:r>
              <a:rPr lang="en-US" sz="32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3200" dirty="0">
                <a:solidFill>
                  <a:srgbClr val="A31515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)</a:t>
            </a:r>
            <a:endParaRPr lang="en-US" sz="3200" b="0" dirty="0">
              <a:solidFill>
                <a:srgbClr val="000000"/>
              </a:solidFill>
              <a:effectLst/>
              <a:latin typeface="Varela Round" panose="00000500000000000000" pitchFamily="2" charset="-79"/>
            </a:endParaRPr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902" y="4147636"/>
            <a:ext cx="5968820" cy="737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6968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לולאות</a:t>
            </a:r>
          </a:p>
        </p:txBody>
      </p:sp>
      <p:sp>
        <p:nvSpPr>
          <p:cNvPr id="6" name="מלבן 5"/>
          <p:cNvSpPr/>
          <p:nvPr/>
        </p:nvSpPr>
        <p:spPr>
          <a:xfrm>
            <a:off x="3869554" y="4758595"/>
            <a:ext cx="424347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sz="4400" b="1" dirty="0">
                <a:solidFill>
                  <a:srgbClr val="002060"/>
                </a:solidFill>
              </a:rPr>
              <a:t>זהה או שונה?</a:t>
            </a:r>
          </a:p>
        </p:txBody>
      </p:sp>
      <p:sp>
        <p:nvSpPr>
          <p:cNvPr id="4" name="מלבן 3"/>
          <p:cNvSpPr/>
          <p:nvPr/>
        </p:nvSpPr>
        <p:spPr>
          <a:xfrm>
            <a:off x="829304" y="1748554"/>
            <a:ext cx="473643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2800" dirty="0">
                <a:solidFill>
                  <a:srgbClr val="0000FF"/>
                </a:solidFill>
                <a:latin typeface="Varela Round" panose="00000500000000000000" pitchFamily="2" charset="-79"/>
              </a:rPr>
              <a:t>for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 item </a:t>
            </a:r>
            <a:r>
              <a:rPr lang="en-US" sz="2800" dirty="0">
                <a:solidFill>
                  <a:srgbClr val="0000FF"/>
                </a:solidFill>
                <a:latin typeface="Varela Round" panose="00000500000000000000" pitchFamily="2" charset="-79"/>
              </a:rPr>
              <a:t>in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Varela Round" panose="00000500000000000000" pitchFamily="2" charset="-79"/>
              </a:rPr>
              <a:t>range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2800" dirty="0">
                <a:solidFill>
                  <a:srgbClr val="09885A"/>
                </a:solidFill>
                <a:latin typeface="Varela Round" panose="00000500000000000000" pitchFamily="2" charset="-79"/>
              </a:rPr>
              <a:t>17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):</a:t>
            </a:r>
          </a:p>
          <a:p>
            <a:pPr algn="l" rtl="0"/>
            <a:r>
              <a:rPr lang="en-US" sz="2800" dirty="0">
                <a:solidFill>
                  <a:srgbClr val="0000FF"/>
                </a:solidFill>
                <a:latin typeface="Varela Round" panose="00000500000000000000" pitchFamily="2" charset="-79"/>
              </a:rPr>
              <a:t>	if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(item%</a:t>
            </a:r>
            <a:r>
              <a:rPr lang="en-US" sz="2800" dirty="0">
                <a:solidFill>
                  <a:srgbClr val="09885A"/>
                </a:solidFill>
                <a:latin typeface="Varela Round" panose="00000500000000000000" pitchFamily="2" charset="-79"/>
              </a:rPr>
              <a:t>3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 == </a:t>
            </a:r>
            <a:r>
              <a:rPr lang="en-US" sz="2800" dirty="0">
                <a:solidFill>
                  <a:srgbClr val="09885A"/>
                </a:solidFill>
                <a:latin typeface="Varela Round" panose="00000500000000000000" pitchFamily="2" charset="-79"/>
              </a:rPr>
              <a:t>0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):</a:t>
            </a:r>
          </a:p>
          <a:p>
            <a:pPr algn="l" rtl="0"/>
            <a:r>
              <a:rPr lang="en-US" sz="2800" dirty="0">
                <a:solidFill>
                  <a:srgbClr val="0000FF"/>
                </a:solidFill>
                <a:latin typeface="Varela Round" panose="00000500000000000000" pitchFamily="2" charset="-79"/>
              </a:rPr>
              <a:t>		print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(item)</a:t>
            </a:r>
          </a:p>
          <a:p>
            <a:pPr algn="l" rtl="0"/>
            <a:r>
              <a:rPr lang="en-US" sz="2800" dirty="0">
                <a:solidFill>
                  <a:srgbClr val="0000FF"/>
                </a:solidFill>
                <a:latin typeface="Varela Round" panose="00000500000000000000" pitchFamily="2" charset="-79"/>
              </a:rPr>
              <a:t>		print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28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2800" dirty="0">
                <a:solidFill>
                  <a:srgbClr val="A31515"/>
                </a:solidFill>
                <a:latin typeface="Varela Round" panose="00000500000000000000" pitchFamily="2" charset="-79"/>
              </a:rPr>
              <a:t>Done</a:t>
            </a:r>
            <a:r>
              <a:rPr lang="en-US" sz="28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)</a:t>
            </a:r>
            <a:endParaRPr lang="en-US" sz="2800" b="0" dirty="0">
              <a:solidFill>
                <a:srgbClr val="000000"/>
              </a:solidFill>
              <a:effectLst/>
              <a:latin typeface="Varela Round" panose="00000500000000000000" pitchFamily="2" charset="-79"/>
            </a:endParaRPr>
          </a:p>
        </p:txBody>
      </p:sp>
      <p:sp>
        <p:nvSpPr>
          <p:cNvPr id="5" name="מלבן 4"/>
          <p:cNvSpPr/>
          <p:nvPr/>
        </p:nvSpPr>
        <p:spPr>
          <a:xfrm>
            <a:off x="6416843" y="1748554"/>
            <a:ext cx="577515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2800" dirty="0">
                <a:solidFill>
                  <a:srgbClr val="0000FF"/>
                </a:solidFill>
                <a:latin typeface="Varela Round" panose="00000500000000000000" pitchFamily="2" charset="-79"/>
              </a:rPr>
              <a:t>for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 item </a:t>
            </a:r>
            <a:r>
              <a:rPr lang="en-US" sz="2800" dirty="0">
                <a:solidFill>
                  <a:srgbClr val="0000FF"/>
                </a:solidFill>
                <a:latin typeface="Varela Round" panose="00000500000000000000" pitchFamily="2" charset="-79"/>
              </a:rPr>
              <a:t>in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Varela Round" panose="00000500000000000000" pitchFamily="2" charset="-79"/>
              </a:rPr>
              <a:t>range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2800" dirty="0">
                <a:solidFill>
                  <a:srgbClr val="09885A"/>
                </a:solidFill>
                <a:latin typeface="Varela Round" panose="00000500000000000000" pitchFamily="2" charset="-79"/>
              </a:rPr>
              <a:t>0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, </a:t>
            </a:r>
            <a:r>
              <a:rPr lang="en-US" sz="2800" dirty="0">
                <a:solidFill>
                  <a:srgbClr val="09885A"/>
                </a:solidFill>
                <a:latin typeface="Varela Round" panose="00000500000000000000" pitchFamily="2" charset="-79"/>
              </a:rPr>
              <a:t>17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, </a:t>
            </a:r>
            <a:r>
              <a:rPr lang="en-US" sz="2800" dirty="0">
                <a:solidFill>
                  <a:srgbClr val="09885A"/>
                </a:solidFill>
                <a:latin typeface="Varela Round" panose="00000500000000000000" pitchFamily="2" charset="-79"/>
              </a:rPr>
              <a:t>3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):</a:t>
            </a:r>
          </a:p>
          <a:p>
            <a:pPr algn="l" rtl="0"/>
            <a:r>
              <a:rPr lang="en-US" sz="2800" dirty="0">
                <a:solidFill>
                  <a:srgbClr val="0000FF"/>
                </a:solidFill>
                <a:latin typeface="Varela Round" panose="00000500000000000000" pitchFamily="2" charset="-79"/>
              </a:rPr>
              <a:t>	print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(item)</a:t>
            </a:r>
          </a:p>
          <a:p>
            <a:pPr algn="l" rtl="0"/>
            <a:r>
              <a:rPr lang="en-US" sz="2800" dirty="0">
                <a:solidFill>
                  <a:srgbClr val="0000FF"/>
                </a:solidFill>
                <a:latin typeface="Varela Round" panose="00000500000000000000" pitchFamily="2" charset="-79"/>
              </a:rPr>
              <a:t>	print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28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2800" dirty="0">
                <a:solidFill>
                  <a:srgbClr val="A31515"/>
                </a:solidFill>
                <a:latin typeface="Varela Round" panose="00000500000000000000" pitchFamily="2" charset="-79"/>
              </a:rPr>
              <a:t>Done</a:t>
            </a:r>
            <a:r>
              <a:rPr lang="en-US" sz="28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)</a:t>
            </a:r>
            <a:endParaRPr lang="en-US" sz="2800" b="0" dirty="0">
              <a:solidFill>
                <a:srgbClr val="000000"/>
              </a:solidFill>
              <a:effectLst/>
              <a:latin typeface="Varela Round" panose="00000500000000000000" pitchFamily="2" charset="-79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65735" y="884060"/>
            <a:ext cx="950902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800" b="1" dirty="0">
                <a:solidFill>
                  <a:srgbClr val="00B0F0"/>
                </a:solidFill>
              </a:rPr>
              <a:t>חידה</a:t>
            </a:r>
          </a:p>
        </p:txBody>
      </p:sp>
      <p:cxnSp>
        <p:nvCxnSpPr>
          <p:cNvPr id="8" name="מחבר ישר 7"/>
          <p:cNvCxnSpPr/>
          <p:nvPr/>
        </p:nvCxnSpPr>
        <p:spPr>
          <a:xfrm flipH="1">
            <a:off x="5925312" y="1471177"/>
            <a:ext cx="35149" cy="2474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57287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לולאות</a:t>
            </a:r>
          </a:p>
        </p:txBody>
      </p:sp>
      <p:sp>
        <p:nvSpPr>
          <p:cNvPr id="6" name="מלבן 5"/>
          <p:cNvSpPr/>
          <p:nvPr/>
        </p:nvSpPr>
        <p:spPr>
          <a:xfrm>
            <a:off x="5463696" y="4175323"/>
            <a:ext cx="130356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he-IL" sz="4400" b="1" dirty="0">
                <a:solidFill>
                  <a:srgbClr val="002060"/>
                </a:solidFill>
              </a:rPr>
              <a:t>זהה!</a:t>
            </a:r>
          </a:p>
        </p:txBody>
      </p:sp>
      <p:sp>
        <p:nvSpPr>
          <p:cNvPr id="4" name="מלבן 3"/>
          <p:cNvSpPr/>
          <p:nvPr/>
        </p:nvSpPr>
        <p:spPr>
          <a:xfrm>
            <a:off x="533401" y="1725019"/>
            <a:ext cx="473643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2800" dirty="0">
                <a:solidFill>
                  <a:srgbClr val="0000FF"/>
                </a:solidFill>
                <a:latin typeface="Varela Round" panose="00000500000000000000" pitchFamily="2" charset="-79"/>
              </a:rPr>
              <a:t>for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 item </a:t>
            </a:r>
            <a:r>
              <a:rPr lang="en-US" sz="2800" dirty="0">
                <a:solidFill>
                  <a:srgbClr val="0000FF"/>
                </a:solidFill>
                <a:latin typeface="Varela Round" panose="00000500000000000000" pitchFamily="2" charset="-79"/>
              </a:rPr>
              <a:t>in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Varela Round" panose="00000500000000000000" pitchFamily="2" charset="-79"/>
              </a:rPr>
              <a:t>range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2800" dirty="0">
                <a:solidFill>
                  <a:srgbClr val="09885A"/>
                </a:solidFill>
                <a:latin typeface="Varela Round" panose="00000500000000000000" pitchFamily="2" charset="-79"/>
              </a:rPr>
              <a:t>17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):</a:t>
            </a:r>
          </a:p>
          <a:p>
            <a:pPr algn="l" rtl="0"/>
            <a:r>
              <a:rPr lang="en-US" sz="2800" dirty="0">
                <a:solidFill>
                  <a:srgbClr val="0000FF"/>
                </a:solidFill>
                <a:latin typeface="Varela Round" panose="00000500000000000000" pitchFamily="2" charset="-79"/>
              </a:rPr>
              <a:t>	if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(item%</a:t>
            </a:r>
            <a:r>
              <a:rPr lang="en-US" sz="2800" dirty="0">
                <a:solidFill>
                  <a:srgbClr val="09885A"/>
                </a:solidFill>
                <a:latin typeface="Varela Round" panose="00000500000000000000" pitchFamily="2" charset="-79"/>
              </a:rPr>
              <a:t>3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 == </a:t>
            </a:r>
            <a:r>
              <a:rPr lang="en-US" sz="2800" dirty="0">
                <a:solidFill>
                  <a:srgbClr val="09885A"/>
                </a:solidFill>
                <a:latin typeface="Varela Round" panose="00000500000000000000" pitchFamily="2" charset="-79"/>
              </a:rPr>
              <a:t>0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):</a:t>
            </a:r>
          </a:p>
          <a:p>
            <a:pPr algn="l" rtl="0"/>
            <a:r>
              <a:rPr lang="en-US" sz="2800" dirty="0">
                <a:solidFill>
                  <a:srgbClr val="0000FF"/>
                </a:solidFill>
                <a:latin typeface="Varela Round" panose="00000500000000000000" pitchFamily="2" charset="-79"/>
              </a:rPr>
              <a:t>		print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(item)</a:t>
            </a:r>
          </a:p>
          <a:p>
            <a:pPr algn="l" rtl="0"/>
            <a:r>
              <a:rPr lang="en-US" sz="2800" dirty="0">
                <a:solidFill>
                  <a:srgbClr val="0000FF"/>
                </a:solidFill>
                <a:latin typeface="Varela Round" panose="00000500000000000000" pitchFamily="2" charset="-79"/>
              </a:rPr>
              <a:t>		print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28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2800" dirty="0">
                <a:solidFill>
                  <a:srgbClr val="A31515"/>
                </a:solidFill>
                <a:latin typeface="Varela Round" panose="00000500000000000000" pitchFamily="2" charset="-79"/>
              </a:rPr>
              <a:t>Done</a:t>
            </a:r>
            <a:r>
              <a:rPr lang="en-US" sz="28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)</a:t>
            </a:r>
            <a:endParaRPr lang="en-US" sz="2800" b="0" dirty="0">
              <a:solidFill>
                <a:srgbClr val="000000"/>
              </a:solidFill>
              <a:effectLst/>
              <a:latin typeface="Varela Round" panose="00000500000000000000" pitchFamily="2" charset="-79"/>
            </a:endParaRPr>
          </a:p>
        </p:txBody>
      </p:sp>
      <p:sp>
        <p:nvSpPr>
          <p:cNvPr id="5" name="מלבן 4"/>
          <p:cNvSpPr/>
          <p:nvPr/>
        </p:nvSpPr>
        <p:spPr>
          <a:xfrm>
            <a:off x="6416843" y="1748554"/>
            <a:ext cx="577515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2800" dirty="0">
                <a:solidFill>
                  <a:srgbClr val="0000FF"/>
                </a:solidFill>
                <a:latin typeface="Varela Round" panose="00000500000000000000" pitchFamily="2" charset="-79"/>
              </a:rPr>
              <a:t>for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 item </a:t>
            </a:r>
            <a:r>
              <a:rPr lang="en-US" sz="2800" dirty="0">
                <a:solidFill>
                  <a:srgbClr val="0000FF"/>
                </a:solidFill>
                <a:latin typeface="Varela Round" panose="00000500000000000000" pitchFamily="2" charset="-79"/>
              </a:rPr>
              <a:t>in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Varela Round" panose="00000500000000000000" pitchFamily="2" charset="-79"/>
              </a:rPr>
              <a:t>range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2800" dirty="0">
                <a:solidFill>
                  <a:srgbClr val="09885A"/>
                </a:solidFill>
                <a:latin typeface="Varela Round" panose="00000500000000000000" pitchFamily="2" charset="-79"/>
              </a:rPr>
              <a:t>0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, </a:t>
            </a:r>
            <a:r>
              <a:rPr lang="en-US" sz="2800" dirty="0">
                <a:solidFill>
                  <a:srgbClr val="09885A"/>
                </a:solidFill>
                <a:latin typeface="Varela Round" panose="00000500000000000000" pitchFamily="2" charset="-79"/>
              </a:rPr>
              <a:t>17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, </a:t>
            </a:r>
            <a:r>
              <a:rPr lang="en-US" sz="2800" dirty="0">
                <a:solidFill>
                  <a:srgbClr val="09885A"/>
                </a:solidFill>
                <a:latin typeface="Varela Round" panose="00000500000000000000" pitchFamily="2" charset="-79"/>
              </a:rPr>
              <a:t>3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):</a:t>
            </a:r>
          </a:p>
          <a:p>
            <a:pPr algn="l" rtl="0"/>
            <a:r>
              <a:rPr lang="en-US" sz="2800" dirty="0">
                <a:solidFill>
                  <a:srgbClr val="0000FF"/>
                </a:solidFill>
                <a:latin typeface="Varela Round" panose="00000500000000000000" pitchFamily="2" charset="-79"/>
              </a:rPr>
              <a:t>	print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(item)</a:t>
            </a:r>
          </a:p>
          <a:p>
            <a:pPr algn="l" rtl="0"/>
            <a:r>
              <a:rPr lang="en-US" sz="2800" dirty="0">
                <a:solidFill>
                  <a:srgbClr val="0000FF"/>
                </a:solidFill>
                <a:latin typeface="Varela Round" panose="00000500000000000000" pitchFamily="2" charset="-79"/>
              </a:rPr>
              <a:t>	print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28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2800" dirty="0">
                <a:solidFill>
                  <a:srgbClr val="A31515"/>
                </a:solidFill>
                <a:latin typeface="Varela Round" panose="00000500000000000000" pitchFamily="2" charset="-79"/>
              </a:rPr>
              <a:t>Done</a:t>
            </a:r>
            <a:r>
              <a:rPr lang="en-US" sz="28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)</a:t>
            </a:r>
            <a:endParaRPr lang="en-US" sz="2800" b="0" dirty="0">
              <a:solidFill>
                <a:srgbClr val="000000"/>
              </a:solidFill>
              <a:effectLst/>
              <a:latin typeface="Varela Round" panose="00000500000000000000" pitchFamily="2" charset="-79"/>
            </a:endParaRP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966" y="3707986"/>
            <a:ext cx="761750" cy="2069660"/>
          </a:xfrm>
          <a:prstGeom prst="rect">
            <a:avLst/>
          </a:prstGeom>
        </p:spPr>
      </p:pic>
      <p:pic>
        <p:nvPicPr>
          <p:cNvPr id="7" name="תמונה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0482" y="3707986"/>
            <a:ext cx="761750" cy="20696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416467" y="942522"/>
            <a:ext cx="333617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800" b="1" dirty="0">
                <a:solidFill>
                  <a:srgbClr val="00B0F0"/>
                </a:solidFill>
              </a:rPr>
              <a:t>פתרון במספר דרכים</a:t>
            </a:r>
          </a:p>
        </p:txBody>
      </p:sp>
      <p:cxnSp>
        <p:nvCxnSpPr>
          <p:cNvPr id="9" name="מחבר ישר 8"/>
          <p:cNvCxnSpPr/>
          <p:nvPr/>
        </p:nvCxnSpPr>
        <p:spPr>
          <a:xfrm flipH="1">
            <a:off x="5925312" y="1471177"/>
            <a:ext cx="35149" cy="24748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489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לולאות – המשך הדגמה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024128" y="1587492"/>
            <a:ext cx="10125135" cy="4196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dirty="0"/>
              <a:t>כתבו תכנית הקולטת תו כלשהו ומדפיסה אותו </a:t>
            </a:r>
            <a:r>
              <a:rPr lang="he-IL" dirty="0" err="1">
                <a:solidFill>
                  <a:srgbClr val="00B0F0"/>
                </a:solidFill>
              </a:rPr>
              <a:t>count</a:t>
            </a:r>
            <a:r>
              <a:rPr lang="he-IL" dirty="0">
                <a:solidFill>
                  <a:srgbClr val="00B0F0"/>
                </a:solidFill>
              </a:rPr>
              <a:t> </a:t>
            </a:r>
            <a:r>
              <a:rPr lang="he-IL" dirty="0"/>
              <a:t>פעמים בשורה.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82913" y="867492"/>
            <a:ext cx="4211409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800" b="1" dirty="0">
                <a:solidFill>
                  <a:srgbClr val="00B0F0"/>
                </a:solidFill>
              </a:rPr>
              <a:t>שימוש במשתנים ואקראיות</a:t>
            </a:r>
          </a:p>
        </p:txBody>
      </p:sp>
    </p:spTree>
    <p:extLst>
      <p:ext uri="{BB962C8B-B14F-4D97-AF65-F5344CB8AC3E}">
        <p14:creationId xmlns:p14="http://schemas.microsoft.com/office/powerpoint/2010/main" val="42273916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לולאות – המשך הדגמה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024128" y="1587492"/>
            <a:ext cx="10125135" cy="4196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dirty="0"/>
              <a:t>כתבו תכנית הקולטת תו כלשהו ומדפיסה אותו </a:t>
            </a:r>
            <a:r>
              <a:rPr lang="he-IL" dirty="0" err="1">
                <a:solidFill>
                  <a:srgbClr val="00B0F0"/>
                </a:solidFill>
              </a:rPr>
              <a:t>count</a:t>
            </a:r>
            <a:r>
              <a:rPr lang="he-IL" dirty="0">
                <a:solidFill>
                  <a:srgbClr val="00B0F0"/>
                </a:solidFill>
              </a:rPr>
              <a:t> </a:t>
            </a:r>
            <a:r>
              <a:rPr lang="he-IL" dirty="0"/>
              <a:t>פעמים בשורה.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82913" y="867492"/>
            <a:ext cx="4211409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800" b="1" dirty="0">
                <a:solidFill>
                  <a:srgbClr val="00B0F0"/>
                </a:solidFill>
              </a:rPr>
              <a:t>שימוש במשתנים ואקראיות</a:t>
            </a:r>
          </a:p>
        </p:txBody>
      </p:sp>
      <p:sp>
        <p:nvSpPr>
          <p:cNvPr id="5" name="מלבן 4"/>
          <p:cNvSpPr/>
          <p:nvPr/>
        </p:nvSpPr>
        <p:spPr>
          <a:xfrm>
            <a:off x="2294132" y="2893005"/>
            <a:ext cx="869482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count=</a:t>
            </a:r>
            <a:r>
              <a:rPr lang="en-US" sz="2800" dirty="0" err="1">
                <a:solidFill>
                  <a:srgbClr val="0000FF"/>
                </a:solidFill>
                <a:latin typeface="Varela Round" panose="00000500000000000000" pitchFamily="2" charset="-79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2800" dirty="0">
                <a:solidFill>
                  <a:srgbClr val="0000FF"/>
                </a:solidFill>
                <a:latin typeface="Varela Round" panose="00000500000000000000" pitchFamily="2" charset="-79"/>
              </a:rPr>
              <a:t>input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28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2800" dirty="0">
                <a:solidFill>
                  <a:srgbClr val="A31515"/>
                </a:solidFill>
                <a:latin typeface="Varela Round" panose="00000500000000000000" pitchFamily="2" charset="-79"/>
              </a:rPr>
              <a:t>Number of items: </a:t>
            </a:r>
            <a:r>
              <a:rPr lang="en-US" sz="28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))</a:t>
            </a:r>
          </a:p>
          <a:p>
            <a:pPr algn="l" rtl="0"/>
            <a:r>
              <a:rPr lang="en-US" sz="28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ch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=</a:t>
            </a:r>
            <a:r>
              <a:rPr lang="en-US" sz="2800" dirty="0">
                <a:solidFill>
                  <a:srgbClr val="0000FF"/>
                </a:solidFill>
                <a:latin typeface="Varela Round" panose="00000500000000000000" pitchFamily="2" charset="-79"/>
              </a:rPr>
              <a:t>input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28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2800" dirty="0">
                <a:solidFill>
                  <a:srgbClr val="A31515"/>
                </a:solidFill>
                <a:latin typeface="Varela Round" panose="00000500000000000000" pitchFamily="2" charset="-79"/>
              </a:rPr>
              <a:t>Enter a character: </a:t>
            </a:r>
            <a:r>
              <a:rPr lang="en-US" sz="28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)</a:t>
            </a:r>
          </a:p>
          <a:p>
            <a:pPr algn="l" rtl="0"/>
            <a:r>
              <a:rPr lang="en-US" sz="2800" dirty="0">
                <a:solidFill>
                  <a:srgbClr val="0000FF"/>
                </a:solidFill>
                <a:latin typeface="Varela Round" panose="00000500000000000000" pitchFamily="2" charset="-79"/>
              </a:rPr>
              <a:t>for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Varela Round" panose="00000500000000000000" pitchFamily="2" charset="-79"/>
              </a:rPr>
              <a:t>in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Varela Round" panose="00000500000000000000" pitchFamily="2" charset="-79"/>
              </a:rPr>
              <a:t>range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(count):</a:t>
            </a:r>
          </a:p>
          <a:p>
            <a:pPr algn="l" rtl="0"/>
            <a:r>
              <a:rPr lang="en-US" sz="2800" dirty="0">
                <a:solidFill>
                  <a:srgbClr val="0000FF"/>
                </a:solidFill>
                <a:latin typeface="Varela Round" panose="00000500000000000000" pitchFamily="2" charset="-79"/>
              </a:rPr>
              <a:t>	print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ch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 , end=</a:t>
            </a:r>
            <a:r>
              <a:rPr lang="en-US" sz="28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2800" dirty="0">
                <a:solidFill>
                  <a:srgbClr val="A31515"/>
                </a:solidFill>
                <a:latin typeface="Varela Round" panose="00000500000000000000" pitchFamily="2" charset="-79"/>
              </a:rPr>
              <a:t> </a:t>
            </a:r>
            <a:r>
              <a:rPr lang="en-US" sz="28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)</a:t>
            </a:r>
            <a:endParaRPr lang="en-US" sz="2800" b="0" dirty="0">
              <a:solidFill>
                <a:srgbClr val="000000"/>
              </a:solidFill>
              <a:effectLst/>
              <a:latin typeface="Varela Round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57952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לולאות – המשך הדגמה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024128" y="1587492"/>
            <a:ext cx="10125135" cy="41965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dirty="0"/>
              <a:t>כתבו תכנית הקולטת תו כלשהו ומדפיסה אותו </a:t>
            </a:r>
            <a:r>
              <a:rPr lang="he-IL" dirty="0" err="1">
                <a:solidFill>
                  <a:srgbClr val="00B0F0"/>
                </a:solidFill>
              </a:rPr>
              <a:t>count</a:t>
            </a:r>
            <a:r>
              <a:rPr lang="he-IL" dirty="0">
                <a:solidFill>
                  <a:srgbClr val="00B0F0"/>
                </a:solidFill>
              </a:rPr>
              <a:t> </a:t>
            </a:r>
            <a:r>
              <a:rPr lang="he-IL" dirty="0"/>
              <a:t>פעמים בשורה.</a:t>
            </a:r>
          </a:p>
        </p:txBody>
      </p:sp>
      <p:sp>
        <p:nvSpPr>
          <p:cNvPr id="5" name="מלבן 4"/>
          <p:cNvSpPr/>
          <p:nvPr/>
        </p:nvSpPr>
        <p:spPr>
          <a:xfrm>
            <a:off x="671202" y="2545961"/>
            <a:ext cx="8694821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count=</a:t>
            </a:r>
            <a:r>
              <a:rPr lang="en-US" sz="2800" dirty="0" err="1">
                <a:solidFill>
                  <a:srgbClr val="0000FF"/>
                </a:solidFill>
                <a:latin typeface="Varela Round" panose="00000500000000000000" pitchFamily="2" charset="-79"/>
              </a:rPr>
              <a:t>int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2800" dirty="0">
                <a:solidFill>
                  <a:srgbClr val="0000FF"/>
                </a:solidFill>
                <a:latin typeface="Varela Round" panose="00000500000000000000" pitchFamily="2" charset="-79"/>
              </a:rPr>
              <a:t>input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28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2800" dirty="0">
                <a:solidFill>
                  <a:srgbClr val="A31515"/>
                </a:solidFill>
                <a:latin typeface="Varela Round" panose="00000500000000000000" pitchFamily="2" charset="-79"/>
              </a:rPr>
              <a:t>Number of items: </a:t>
            </a:r>
            <a:r>
              <a:rPr lang="en-US" sz="28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))</a:t>
            </a:r>
          </a:p>
          <a:p>
            <a:pPr algn="l" rtl="0"/>
            <a:r>
              <a:rPr lang="en-US" sz="28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ch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=</a:t>
            </a:r>
            <a:r>
              <a:rPr lang="en-US" sz="2800" dirty="0">
                <a:solidFill>
                  <a:srgbClr val="0000FF"/>
                </a:solidFill>
                <a:latin typeface="Varela Round" panose="00000500000000000000" pitchFamily="2" charset="-79"/>
              </a:rPr>
              <a:t>input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28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2800" dirty="0">
                <a:solidFill>
                  <a:srgbClr val="A31515"/>
                </a:solidFill>
                <a:latin typeface="Varela Round" panose="00000500000000000000" pitchFamily="2" charset="-79"/>
              </a:rPr>
              <a:t>Enter a character: </a:t>
            </a:r>
            <a:r>
              <a:rPr lang="en-US" sz="28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)</a:t>
            </a:r>
          </a:p>
          <a:p>
            <a:pPr algn="l" rtl="0"/>
            <a:r>
              <a:rPr lang="en-US" sz="2800" dirty="0">
                <a:solidFill>
                  <a:srgbClr val="0000FF"/>
                </a:solidFill>
                <a:latin typeface="Varela Round" panose="00000500000000000000" pitchFamily="2" charset="-79"/>
              </a:rPr>
              <a:t>for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i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Varela Round" panose="00000500000000000000" pitchFamily="2" charset="-79"/>
              </a:rPr>
              <a:t>in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2800" dirty="0">
                <a:solidFill>
                  <a:srgbClr val="0000FF"/>
                </a:solidFill>
                <a:latin typeface="Varela Round" panose="00000500000000000000" pitchFamily="2" charset="-79"/>
              </a:rPr>
              <a:t>range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(count):</a:t>
            </a:r>
          </a:p>
          <a:p>
            <a:pPr algn="l" rtl="0"/>
            <a:r>
              <a:rPr lang="en-US" sz="2800" dirty="0">
                <a:solidFill>
                  <a:srgbClr val="0000FF"/>
                </a:solidFill>
                <a:latin typeface="Varela Round" panose="00000500000000000000" pitchFamily="2" charset="-79"/>
              </a:rPr>
              <a:t>	print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ch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 , end=</a:t>
            </a:r>
            <a:r>
              <a:rPr lang="en-US" sz="28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2800" dirty="0">
                <a:solidFill>
                  <a:srgbClr val="A31515"/>
                </a:solidFill>
                <a:latin typeface="Varela Round" panose="00000500000000000000" pitchFamily="2" charset="-79"/>
              </a:rPr>
              <a:t> </a:t>
            </a:r>
            <a:r>
              <a:rPr lang="en-US" sz="28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2800" dirty="0">
                <a:solidFill>
                  <a:srgbClr val="000000"/>
                </a:solidFill>
                <a:latin typeface="Varela Round" panose="00000500000000000000" pitchFamily="2" charset="-79"/>
              </a:rPr>
              <a:t>)</a:t>
            </a:r>
            <a:endParaRPr lang="en-US" sz="2800" b="0" dirty="0">
              <a:solidFill>
                <a:srgbClr val="000000"/>
              </a:solidFill>
              <a:effectLst/>
              <a:latin typeface="Varela Round" panose="00000500000000000000" pitchFamily="2" charset="-79"/>
            </a:endParaRPr>
          </a:p>
        </p:txBody>
      </p:sp>
      <p:pic>
        <p:nvPicPr>
          <p:cNvPr id="7" name="תמונה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695" y="2545961"/>
            <a:ext cx="6261243" cy="2433071"/>
          </a:xfrm>
          <a:prstGeom prst="rect">
            <a:avLst/>
          </a:prstGeom>
        </p:spPr>
      </p:pic>
      <p:pic>
        <p:nvPicPr>
          <p:cNvPr id="6" name="תמונה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7086" y="3167826"/>
            <a:ext cx="4240460" cy="1270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8375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לולאות – המשך הדגמה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136423" y="1593172"/>
            <a:ext cx="10125135" cy="4196584"/>
          </a:xfrm>
        </p:spPr>
        <p:txBody>
          <a:bodyPr>
            <a:normAutofit/>
          </a:bodyPr>
          <a:lstStyle/>
          <a:p>
            <a:r>
              <a:rPr lang="he-IL" dirty="0"/>
              <a:t>כתבו תכנית הקולטת </a:t>
            </a:r>
            <a:r>
              <a:rPr lang="he-IL" dirty="0" err="1">
                <a:solidFill>
                  <a:srgbClr val="00B0F0"/>
                </a:solidFill>
              </a:rPr>
              <a:t>count</a:t>
            </a:r>
            <a:r>
              <a:rPr lang="he-IL" dirty="0"/>
              <a:t> מספרים דו ספרתיים ומדפיסה את סכום ספרותיו של כל מספר.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55536" y="981191"/>
            <a:ext cx="2709396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800" b="1" dirty="0">
                <a:solidFill>
                  <a:srgbClr val="00B0F0"/>
                </a:solidFill>
              </a:rPr>
              <a:t>שימוש במשתנים</a:t>
            </a:r>
          </a:p>
        </p:txBody>
      </p:sp>
      <p:sp>
        <p:nvSpPr>
          <p:cNvPr id="6" name="מלבן 5"/>
          <p:cNvSpPr/>
          <p:nvPr/>
        </p:nvSpPr>
        <p:spPr>
          <a:xfrm>
            <a:off x="438993" y="2844146"/>
            <a:ext cx="6882063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l" rtl="0"/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if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num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&gt; </a:t>
            </a:r>
            <a:r>
              <a:rPr lang="en-US" sz="3200" dirty="0">
                <a:solidFill>
                  <a:srgbClr val="09885A"/>
                </a:solidFill>
                <a:latin typeface="Varela Round" panose="00000500000000000000" pitchFamily="2" charset="-79"/>
              </a:rPr>
              <a:t>9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and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num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 &lt; </a:t>
            </a:r>
            <a:r>
              <a:rPr lang="en-US" sz="3200" dirty="0">
                <a:solidFill>
                  <a:srgbClr val="09885A"/>
                </a:solidFill>
                <a:latin typeface="Varela Round" panose="00000500000000000000" pitchFamily="2" charset="-79"/>
              </a:rPr>
              <a:t>100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:</a:t>
            </a:r>
          </a:p>
          <a:p>
            <a:pPr lvl="2" algn="l" rtl="0"/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n1=num%</a:t>
            </a:r>
            <a:r>
              <a:rPr lang="en-US" sz="3200" dirty="0">
                <a:solidFill>
                  <a:srgbClr val="09885A"/>
                </a:solidFill>
                <a:latin typeface="Varela Round" panose="00000500000000000000" pitchFamily="2" charset="-79"/>
              </a:rPr>
              <a:t>10</a:t>
            </a:r>
            <a:endParaRPr lang="en-US" sz="3200" dirty="0">
              <a:solidFill>
                <a:srgbClr val="000000"/>
              </a:solidFill>
              <a:latin typeface="Varela Round" panose="00000500000000000000" pitchFamily="2" charset="-79"/>
            </a:endParaRPr>
          </a:p>
          <a:p>
            <a:pPr lvl="2" algn="l" rtl="0"/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n2=</a:t>
            </a:r>
            <a:r>
              <a:rPr lang="en-US" sz="32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num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//</a:t>
            </a:r>
            <a:r>
              <a:rPr lang="en-US" sz="3200" dirty="0">
                <a:solidFill>
                  <a:srgbClr val="09885A"/>
                </a:solidFill>
                <a:latin typeface="Varela Round" panose="00000500000000000000" pitchFamily="2" charset="-79"/>
              </a:rPr>
              <a:t>10</a:t>
            </a:r>
            <a:endParaRPr lang="en-US" sz="3200" dirty="0">
              <a:solidFill>
                <a:srgbClr val="000000"/>
              </a:solidFill>
              <a:latin typeface="Varela Round" panose="00000500000000000000" pitchFamily="2" charset="-79"/>
            </a:endParaRPr>
          </a:p>
          <a:p>
            <a:pPr lvl="2" algn="l" rtl="0"/>
            <a:r>
              <a:rPr lang="en-US" sz="3200" dirty="0">
                <a:solidFill>
                  <a:srgbClr val="0000FF"/>
                </a:solidFill>
                <a:latin typeface="Varela Round" panose="00000500000000000000" pitchFamily="2" charset="-79"/>
              </a:rPr>
              <a:t>print</a:t>
            </a:r>
            <a:r>
              <a:rPr lang="en-US" sz="3200" dirty="0">
                <a:solidFill>
                  <a:srgbClr val="000000"/>
                </a:solidFill>
                <a:latin typeface="Varela Round" panose="00000500000000000000" pitchFamily="2" charset="-79"/>
              </a:rPr>
              <a:t>(n1+n2)</a:t>
            </a:r>
            <a:endParaRPr lang="en-US" sz="3200" b="0" dirty="0">
              <a:solidFill>
                <a:srgbClr val="000000"/>
              </a:solidFill>
              <a:effectLst/>
              <a:latin typeface="Varela Round" panose="00000500000000000000" pitchFamily="2" charset="-79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95647" y="2934776"/>
            <a:ext cx="4265911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800" b="1" dirty="0">
                <a:solidFill>
                  <a:srgbClr val="00B0F0"/>
                </a:solidFill>
              </a:rPr>
              <a:t>בדיקה – האם דו ספרתי &gt;&gt;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0257" y="3476423"/>
            <a:ext cx="2871300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800" b="1" dirty="0">
                <a:solidFill>
                  <a:srgbClr val="00B0F0"/>
                </a:solidFill>
              </a:rPr>
              <a:t>חילוץ אחדות    &gt;&gt;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3463" y="3940263"/>
            <a:ext cx="2868094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800" b="1" dirty="0">
                <a:solidFill>
                  <a:srgbClr val="00B0F0"/>
                </a:solidFill>
              </a:rPr>
              <a:t>חילוץ עשרות    &gt;&gt;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2168" y="4404103"/>
            <a:ext cx="2919389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800" b="1" dirty="0">
                <a:solidFill>
                  <a:srgbClr val="00B0F0"/>
                </a:solidFill>
              </a:rPr>
              <a:t>הדפסת הסכום &gt;&gt;</a:t>
            </a:r>
          </a:p>
        </p:txBody>
      </p:sp>
    </p:spTree>
    <p:extLst>
      <p:ext uri="{BB962C8B-B14F-4D97-AF65-F5344CB8AC3E}">
        <p14:creationId xmlns:p14="http://schemas.microsoft.com/office/powerpoint/2010/main" val="9752662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לולאות – המשך הדגמה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024128" y="1587492"/>
            <a:ext cx="10125135" cy="4196584"/>
          </a:xfrm>
        </p:spPr>
        <p:txBody>
          <a:bodyPr>
            <a:normAutofit/>
          </a:bodyPr>
          <a:lstStyle/>
          <a:p>
            <a:r>
              <a:rPr lang="he-IL" dirty="0"/>
              <a:t>כתבו תכנית הקולטת </a:t>
            </a:r>
            <a:r>
              <a:rPr lang="he-IL" dirty="0" err="1">
                <a:solidFill>
                  <a:srgbClr val="00B0F0"/>
                </a:solidFill>
              </a:rPr>
              <a:t>count</a:t>
            </a:r>
            <a:r>
              <a:rPr lang="he-IL" dirty="0"/>
              <a:t> מספרים דו ספרתיים ומדפיסה את סכום ספרותיו של כל מספר.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14905" y="900947"/>
            <a:ext cx="2709396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800" b="1" dirty="0">
                <a:solidFill>
                  <a:srgbClr val="00B0F0"/>
                </a:solidFill>
              </a:rPr>
              <a:t>שימוש במשתנים</a:t>
            </a:r>
          </a:p>
        </p:txBody>
      </p:sp>
      <p:sp>
        <p:nvSpPr>
          <p:cNvPr id="6" name="מלבן 5"/>
          <p:cNvSpPr/>
          <p:nvPr/>
        </p:nvSpPr>
        <p:spPr>
          <a:xfrm>
            <a:off x="577515" y="3135233"/>
            <a:ext cx="688206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count=</a:t>
            </a:r>
            <a:r>
              <a:rPr lang="en-US" sz="2400" dirty="0" err="1">
                <a:solidFill>
                  <a:srgbClr val="0000FF"/>
                </a:solidFill>
                <a:latin typeface="Varela Round" panose="00000500000000000000" pitchFamily="2" charset="-79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Varela Round" panose="00000500000000000000" pitchFamily="2" charset="-79"/>
              </a:rPr>
              <a:t>input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24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2400" dirty="0">
                <a:solidFill>
                  <a:srgbClr val="A31515"/>
                </a:solidFill>
                <a:latin typeface="Varela Round" panose="00000500000000000000" pitchFamily="2" charset="-79"/>
              </a:rPr>
              <a:t>Number of items: </a:t>
            </a:r>
            <a:r>
              <a:rPr lang="en-US" sz="24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))</a:t>
            </a:r>
          </a:p>
          <a:p>
            <a:pPr algn="l" rtl="0"/>
            <a:r>
              <a:rPr lang="en-US" sz="2400" dirty="0">
                <a:solidFill>
                  <a:srgbClr val="0000FF"/>
                </a:solidFill>
                <a:latin typeface="Varela Round" panose="00000500000000000000" pitchFamily="2" charset="-79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i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Varela Round" panose="00000500000000000000" pitchFamily="2" charset="-79"/>
              </a:rPr>
              <a:t>in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Varela Round" panose="00000500000000000000" pitchFamily="2" charset="-79"/>
              </a:rPr>
              <a:t>range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(count):</a:t>
            </a:r>
          </a:p>
          <a:p>
            <a:pPr lvl="1" algn="l" rtl="0"/>
            <a:r>
              <a:rPr lang="en-US" sz="24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=</a:t>
            </a:r>
            <a:r>
              <a:rPr lang="en-US" sz="2400" dirty="0" err="1">
                <a:solidFill>
                  <a:srgbClr val="0000FF"/>
                </a:solidFill>
                <a:latin typeface="Varela Round" panose="00000500000000000000" pitchFamily="2" charset="-79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2400" dirty="0">
                <a:solidFill>
                  <a:srgbClr val="0000FF"/>
                </a:solidFill>
                <a:latin typeface="Varela Round" panose="00000500000000000000" pitchFamily="2" charset="-79"/>
              </a:rPr>
              <a:t>input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(</a:t>
            </a:r>
            <a:r>
              <a:rPr lang="en-US" sz="24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2400" dirty="0">
                <a:solidFill>
                  <a:srgbClr val="A31515"/>
                </a:solidFill>
                <a:latin typeface="Varela Round" panose="00000500000000000000" pitchFamily="2" charset="-79"/>
              </a:rPr>
              <a:t>Enter a number: </a:t>
            </a:r>
            <a:r>
              <a:rPr lang="en-US" sz="2400" dirty="0">
                <a:solidFill>
                  <a:srgbClr val="FF69B4"/>
                </a:solidFill>
                <a:latin typeface="Varela Round" panose="00000500000000000000" pitchFamily="2" charset="-79"/>
              </a:rPr>
              <a:t>"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))</a:t>
            </a:r>
          </a:p>
          <a:p>
            <a:pPr lvl="1" algn="l" rtl="0"/>
            <a:r>
              <a:rPr lang="en-US" sz="2400" dirty="0">
                <a:solidFill>
                  <a:srgbClr val="0000FF"/>
                </a:solidFill>
                <a:latin typeface="Varela Round" panose="00000500000000000000" pitchFamily="2" charset="-79"/>
              </a:rPr>
              <a:t>if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 &gt; </a:t>
            </a:r>
            <a:r>
              <a:rPr lang="en-US" sz="2400" dirty="0">
                <a:solidFill>
                  <a:srgbClr val="09885A"/>
                </a:solidFill>
                <a:latin typeface="Varela Round" panose="00000500000000000000" pitchFamily="2" charset="-79"/>
              </a:rPr>
              <a:t>9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Varela Round" panose="00000500000000000000" pitchFamily="2" charset="-79"/>
              </a:rPr>
              <a:t>and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 &lt; </a:t>
            </a:r>
            <a:r>
              <a:rPr lang="en-US" sz="2400" dirty="0">
                <a:solidFill>
                  <a:srgbClr val="09885A"/>
                </a:solidFill>
                <a:latin typeface="Varela Round" panose="00000500000000000000" pitchFamily="2" charset="-79"/>
              </a:rPr>
              <a:t>100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:</a:t>
            </a:r>
          </a:p>
          <a:p>
            <a:pPr lvl="2" algn="l" rtl="0"/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n1=num%</a:t>
            </a:r>
            <a:r>
              <a:rPr lang="en-US" sz="2400" dirty="0">
                <a:solidFill>
                  <a:srgbClr val="09885A"/>
                </a:solidFill>
                <a:latin typeface="Varela Round" panose="00000500000000000000" pitchFamily="2" charset="-79"/>
              </a:rPr>
              <a:t>10</a:t>
            </a:r>
            <a:endParaRPr lang="en-US" sz="2400" dirty="0">
              <a:solidFill>
                <a:srgbClr val="000000"/>
              </a:solidFill>
              <a:latin typeface="Varela Round" panose="00000500000000000000" pitchFamily="2" charset="-79"/>
            </a:endParaRPr>
          </a:p>
          <a:p>
            <a:pPr lvl="2" algn="l" rtl="0"/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n2=</a:t>
            </a:r>
            <a:r>
              <a:rPr lang="en-US" sz="2400" dirty="0" err="1">
                <a:solidFill>
                  <a:srgbClr val="000000"/>
                </a:solidFill>
                <a:latin typeface="Varela Round" panose="00000500000000000000" pitchFamily="2" charset="-79"/>
              </a:rPr>
              <a:t>num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//</a:t>
            </a:r>
            <a:r>
              <a:rPr lang="en-US" sz="2400" dirty="0">
                <a:solidFill>
                  <a:srgbClr val="09885A"/>
                </a:solidFill>
                <a:latin typeface="Varela Round" panose="00000500000000000000" pitchFamily="2" charset="-79"/>
              </a:rPr>
              <a:t>10</a:t>
            </a:r>
            <a:endParaRPr lang="en-US" sz="2400" dirty="0">
              <a:solidFill>
                <a:srgbClr val="000000"/>
              </a:solidFill>
              <a:latin typeface="Varela Round" panose="00000500000000000000" pitchFamily="2" charset="-79"/>
            </a:endParaRPr>
          </a:p>
          <a:p>
            <a:pPr lvl="2" algn="l" rtl="0"/>
            <a:r>
              <a:rPr lang="en-US" sz="2400" dirty="0">
                <a:solidFill>
                  <a:srgbClr val="0000FF"/>
                </a:solidFill>
                <a:latin typeface="Varela Round" panose="00000500000000000000" pitchFamily="2" charset="-79"/>
              </a:rPr>
              <a:t>print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(n1+n2)</a:t>
            </a:r>
            <a:endParaRPr lang="en-US" sz="2400" b="0" dirty="0">
              <a:solidFill>
                <a:srgbClr val="000000"/>
              </a:solidFill>
              <a:effectLst/>
              <a:latin typeface="Varela Round" panose="00000500000000000000" pitchFamily="2" charset="-79"/>
            </a:endParaRPr>
          </a:p>
        </p:txBody>
      </p:sp>
      <p:pic>
        <p:nvPicPr>
          <p:cNvPr id="7" name="תמונה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1444" y="3135233"/>
            <a:ext cx="2255052" cy="22550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64624" y="5457752"/>
            <a:ext cx="2868691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1400" b="1" dirty="0">
                <a:solidFill>
                  <a:srgbClr val="00B0F0"/>
                </a:solidFill>
              </a:rPr>
              <a:t>נחבר </a:t>
            </a:r>
            <a:r>
              <a:rPr lang="he-IL" sz="1400" b="1" dirty="0" err="1">
                <a:solidFill>
                  <a:srgbClr val="00B0F0"/>
                </a:solidFill>
              </a:rPr>
              <a:t>הכל</a:t>
            </a:r>
            <a:r>
              <a:rPr lang="he-IL" sz="1400" b="1" dirty="0">
                <a:solidFill>
                  <a:srgbClr val="00B0F0"/>
                </a:solidFill>
              </a:rPr>
              <a:t> יחד</a:t>
            </a:r>
            <a:br>
              <a:rPr lang="en-US" sz="1400" b="1" dirty="0">
                <a:solidFill>
                  <a:srgbClr val="00B0F0"/>
                </a:solidFill>
              </a:rPr>
            </a:br>
            <a:r>
              <a:rPr lang="he-IL" sz="1400" b="1" dirty="0">
                <a:solidFill>
                  <a:srgbClr val="00B0F0"/>
                </a:solidFill>
              </a:rPr>
              <a:t>ונסכם</a:t>
            </a:r>
          </a:p>
        </p:txBody>
      </p:sp>
    </p:spTree>
    <p:extLst>
      <p:ext uri="{BB962C8B-B14F-4D97-AF65-F5344CB8AC3E}">
        <p14:creationId xmlns:p14="http://schemas.microsoft.com/office/powerpoint/2010/main" val="27865908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תוכן 3"/>
          <p:cNvSpPr>
            <a:spLocks noGrp="1"/>
          </p:cNvSpPr>
          <p:nvPr>
            <p:ph sz="quarter" idx="14"/>
          </p:nvPr>
        </p:nvSpPr>
        <p:spPr>
          <a:xfrm>
            <a:off x="3125254" y="1081579"/>
            <a:ext cx="8074879" cy="90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 rtl="0">
              <a:buNone/>
            </a:pPr>
            <a:r>
              <a:rPr lang="en-US" dirty="0">
                <a:solidFill>
                  <a:srgbClr val="0000FF"/>
                </a:solidFill>
              </a:rPr>
              <a:t>for</a:t>
            </a:r>
            <a:r>
              <a:rPr lang="en-US" dirty="0">
                <a:solidFill>
                  <a:srgbClr val="000000"/>
                </a:solidFill>
              </a:rPr>
              <a:t> item </a:t>
            </a:r>
            <a:r>
              <a:rPr lang="en-US" dirty="0">
                <a:solidFill>
                  <a:srgbClr val="0000FF"/>
                </a:solidFill>
              </a:rPr>
              <a:t>in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dirty="0">
                <a:solidFill>
                  <a:srgbClr val="0000FF"/>
                </a:solidFill>
              </a:rPr>
              <a:t>range</a:t>
            </a:r>
            <a:r>
              <a:rPr lang="en-US" dirty="0">
                <a:solidFill>
                  <a:srgbClr val="000000"/>
                </a:solidFill>
              </a:rPr>
              <a:t>(</a:t>
            </a:r>
            <a:r>
              <a:rPr lang="en-US" dirty="0">
                <a:solidFill>
                  <a:srgbClr val="09885A"/>
                </a:solidFill>
              </a:rPr>
              <a:t>count</a:t>
            </a:r>
            <a:r>
              <a:rPr lang="en-US" dirty="0">
                <a:solidFill>
                  <a:srgbClr val="000000"/>
                </a:solidFill>
              </a:rPr>
              <a:t>):</a:t>
            </a:r>
          </a:p>
          <a:p>
            <a:pPr marL="0" indent="0" algn="l" rtl="0">
              <a:buNone/>
            </a:pPr>
            <a:r>
              <a:rPr lang="en-US" dirty="0">
                <a:solidFill>
                  <a:srgbClr val="000000"/>
                </a:solidFill>
              </a:rPr>
              <a:t>  </a:t>
            </a:r>
          </a:p>
        </p:txBody>
      </p:sp>
      <p:sp>
        <p:nvSpPr>
          <p:cNvPr id="2" name="כותרת 1"/>
          <p:cNvSpPr>
            <a:spLocks noGrp="1"/>
          </p:cNvSpPr>
          <p:nvPr>
            <p:ph type="title" idx="4294967295"/>
          </p:nvPr>
        </p:nvSpPr>
        <p:spPr>
          <a:xfrm>
            <a:off x="0" y="212725"/>
            <a:ext cx="12192000" cy="720725"/>
          </a:xfrm>
        </p:spPr>
        <p:txBody>
          <a:bodyPr>
            <a:normAutofit fontScale="90000"/>
          </a:bodyPr>
          <a:lstStyle/>
          <a:p>
            <a:r>
              <a:rPr lang="he-IL" dirty="0"/>
              <a:t>לולאות - סיכום</a:t>
            </a:r>
          </a:p>
        </p:txBody>
      </p:sp>
      <p:sp>
        <p:nvSpPr>
          <p:cNvPr id="5" name="מלבן 4"/>
          <p:cNvSpPr/>
          <p:nvPr/>
        </p:nvSpPr>
        <p:spPr>
          <a:xfrm>
            <a:off x="3125254" y="1755610"/>
            <a:ext cx="44438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Varela Round" panose="00000500000000000000" pitchFamily="2" charset="-79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 item </a:t>
            </a:r>
            <a:r>
              <a:rPr lang="en-US" sz="2400" dirty="0">
                <a:solidFill>
                  <a:srgbClr val="0000FF"/>
                </a:solidFill>
                <a:latin typeface="Varela Round" panose="00000500000000000000" pitchFamily="2" charset="-79"/>
              </a:rPr>
              <a:t>in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Varela Round" panose="00000500000000000000" pitchFamily="2" charset="-79"/>
              </a:rPr>
              <a:t>range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 (start, stop):</a:t>
            </a:r>
          </a:p>
        </p:txBody>
      </p:sp>
      <p:sp>
        <p:nvSpPr>
          <p:cNvPr id="6" name="מלבן 5"/>
          <p:cNvSpPr/>
          <p:nvPr/>
        </p:nvSpPr>
        <p:spPr>
          <a:xfrm>
            <a:off x="3125254" y="2491604"/>
            <a:ext cx="52373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00FF"/>
                </a:solidFill>
                <a:latin typeface="Varela Round" panose="00000500000000000000" pitchFamily="2" charset="-79"/>
              </a:rPr>
              <a:t>for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 item </a:t>
            </a:r>
            <a:r>
              <a:rPr lang="en-US" sz="2400" dirty="0">
                <a:solidFill>
                  <a:srgbClr val="0000FF"/>
                </a:solidFill>
                <a:latin typeface="Varela Round" panose="00000500000000000000" pitchFamily="2" charset="-79"/>
              </a:rPr>
              <a:t>in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Varela Round" panose="00000500000000000000" pitchFamily="2" charset="-79"/>
              </a:rPr>
              <a:t>range</a:t>
            </a:r>
            <a:r>
              <a:rPr lang="en-US" sz="2400" dirty="0">
                <a:solidFill>
                  <a:srgbClr val="000000"/>
                </a:solidFill>
                <a:latin typeface="Varela Round" panose="00000500000000000000" pitchFamily="2" charset="-79"/>
              </a:rPr>
              <a:t> (start, stop ,step):</a:t>
            </a:r>
          </a:p>
        </p:txBody>
      </p:sp>
      <p:sp>
        <p:nvSpPr>
          <p:cNvPr id="7" name="מציין מיקום תוכן 4"/>
          <p:cNvSpPr txBox="1">
            <a:spLocks/>
          </p:cNvSpPr>
          <p:nvPr/>
        </p:nvSpPr>
        <p:spPr>
          <a:xfrm>
            <a:off x="-1843433" y="3101399"/>
            <a:ext cx="10206018" cy="4611559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34" indent="-342934" algn="r" defTabSz="914491" rtl="1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•"/>
              <a:defRPr sz="2400" kern="1200">
                <a:solidFill>
                  <a:srgbClr val="002060"/>
                </a:solidFill>
                <a:latin typeface="Varela Round" pitchFamily="2" charset="-79"/>
                <a:ea typeface="+mn-ea"/>
                <a:cs typeface="Varela Round" pitchFamily="2" charset="-79"/>
              </a:defRPr>
            </a:lvl1pPr>
            <a:lvl2pPr marL="743024" indent="-285779" algn="r" defTabSz="914491" rtl="1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Char char="–"/>
              <a:defRPr sz="2400" kern="1200">
                <a:solidFill>
                  <a:srgbClr val="002060"/>
                </a:solidFill>
                <a:latin typeface="Varela Round" pitchFamily="2" charset="-79"/>
                <a:ea typeface="+mn-ea"/>
                <a:cs typeface="Varela Round" pitchFamily="2" charset="-79"/>
              </a:defRPr>
            </a:lvl2pPr>
            <a:lvl3pPr marL="1143114" indent="-228623" algn="r" defTabSz="914491" rtl="1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rgbClr val="002060"/>
                </a:solidFill>
                <a:latin typeface="Varela Round" pitchFamily="2" charset="-79"/>
                <a:ea typeface="+mn-ea"/>
                <a:cs typeface="Varela Round" pitchFamily="2" charset="-79"/>
              </a:defRPr>
            </a:lvl3pPr>
            <a:lvl4pPr marL="1600360" indent="-228623" algn="r" defTabSz="914491" rtl="1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rgbClr val="002060"/>
                </a:solidFill>
                <a:latin typeface="Varela Round" pitchFamily="2" charset="-79"/>
                <a:ea typeface="+mn-ea"/>
                <a:cs typeface="Varela Round" pitchFamily="2" charset="-79"/>
              </a:defRPr>
            </a:lvl4pPr>
            <a:lvl5pPr marL="2057606" indent="-228623" algn="r" defTabSz="914491" rtl="1" eaLnBrk="1" latinLnBrk="0" hangingPunct="1">
              <a:lnSpc>
                <a:spcPct val="150000"/>
              </a:lnSpc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rgbClr val="002060"/>
                </a:solidFill>
                <a:latin typeface="Varela Round" pitchFamily="2" charset="-79"/>
                <a:ea typeface="+mn-ea"/>
                <a:cs typeface="Varela Round" pitchFamily="2" charset="-79"/>
              </a:defRPr>
            </a:lvl5pPr>
            <a:lvl6pPr marL="2514851" indent="-228623" algn="r" defTabSz="914491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97" indent="-228623" algn="r" defTabSz="914491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343" indent="-228623" algn="r" defTabSz="914491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89" indent="-228623" algn="r" defTabSz="914491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he-IL" sz="1600" dirty="0"/>
              <a:t>ניתן להשתמש בלולאת </a:t>
            </a:r>
            <a:r>
              <a:rPr lang="en-US" sz="1600" dirty="0"/>
              <a:t> </a:t>
            </a:r>
            <a:r>
              <a:rPr lang="en-US" dirty="0">
                <a:solidFill>
                  <a:srgbClr val="12B4BC"/>
                </a:solidFill>
              </a:rPr>
              <a:t>for</a:t>
            </a:r>
            <a:r>
              <a:rPr lang="en-US" dirty="0"/>
              <a:t> </a:t>
            </a:r>
            <a:r>
              <a:rPr lang="he-IL" sz="1600" dirty="0"/>
              <a:t>בדרך נוספת – הגדרת ערך התחלתי.</a:t>
            </a:r>
          </a:p>
          <a:p>
            <a:pPr marL="0" indent="0">
              <a:buFont typeface="Arial" pitchFamily="34" charset="0"/>
              <a:buNone/>
            </a:pPr>
            <a:r>
              <a:rPr lang="en-US" sz="1600" dirty="0">
                <a:solidFill>
                  <a:srgbClr val="11A4AB"/>
                </a:solidFill>
              </a:rPr>
              <a:t>start</a:t>
            </a:r>
            <a:r>
              <a:rPr lang="he-IL" sz="1600" dirty="0"/>
              <a:t> ערך התחלתי למשתנה הלולאה (כולל)</a:t>
            </a:r>
          </a:p>
          <a:p>
            <a:pPr marL="0" indent="0">
              <a:buFont typeface="Arial" pitchFamily="34" charset="0"/>
              <a:buNone/>
            </a:pPr>
            <a:r>
              <a:rPr lang="en-US" sz="1600" dirty="0">
                <a:solidFill>
                  <a:srgbClr val="11A4AB"/>
                </a:solidFill>
              </a:rPr>
              <a:t>stop</a:t>
            </a:r>
            <a:r>
              <a:rPr lang="he-IL" sz="1600" dirty="0"/>
              <a:t>  ערך סופי למשתנה הלולאה (לא כולל)</a:t>
            </a:r>
          </a:p>
          <a:p>
            <a:pPr marL="0" indent="0">
              <a:buFont typeface="Arial" pitchFamily="34" charset="0"/>
              <a:buNone/>
            </a:pPr>
            <a:r>
              <a:rPr lang="en-US" sz="1600" dirty="0"/>
              <a:t>  </a:t>
            </a:r>
            <a:r>
              <a:rPr lang="en-US" sz="1600" dirty="0">
                <a:solidFill>
                  <a:srgbClr val="11A4AB"/>
                </a:solidFill>
              </a:rPr>
              <a:t>item</a:t>
            </a:r>
            <a:r>
              <a:rPr lang="he-IL" sz="1600" dirty="0"/>
              <a:t>משתנה המייצג את מונה הלולאה. כמה פעמים הלולאה בוצעה.</a:t>
            </a:r>
          </a:p>
          <a:p>
            <a:pPr marL="0" indent="0">
              <a:buFont typeface="Arial" pitchFamily="34" charset="0"/>
              <a:buNone/>
            </a:pPr>
            <a:r>
              <a:rPr lang="he-IL" sz="1600" dirty="0"/>
              <a:t>          הערך יהיה בהתחלה</a:t>
            </a:r>
            <a:r>
              <a:rPr lang="en-US" sz="1600" dirty="0"/>
              <a:t> .start </a:t>
            </a:r>
            <a:r>
              <a:rPr lang="he-IL" sz="1600" dirty="0"/>
              <a:t>הלולאה תתבצע מ</a:t>
            </a:r>
            <a:r>
              <a:rPr lang="en-US" sz="1600" dirty="0"/>
              <a:t>start </a:t>
            </a:r>
            <a:r>
              <a:rPr lang="he-IL" sz="1600" dirty="0"/>
              <a:t> עד</a:t>
            </a:r>
            <a:r>
              <a:rPr lang="en-US" sz="1600" dirty="0"/>
              <a:t>stop </a:t>
            </a:r>
            <a:r>
              <a:rPr lang="he-IL" sz="1600" dirty="0"/>
              <a:t>.</a:t>
            </a:r>
            <a:br>
              <a:rPr lang="en-US" sz="1600" dirty="0"/>
            </a:br>
            <a:r>
              <a:rPr lang="en-US" sz="1600" dirty="0"/>
              <a:t> </a:t>
            </a:r>
            <a:r>
              <a:rPr lang="en-US" sz="1600" dirty="0">
                <a:solidFill>
                  <a:srgbClr val="11A4AB"/>
                </a:solidFill>
              </a:rPr>
              <a:t>Step</a:t>
            </a:r>
            <a:r>
              <a:rPr lang="he-IL" sz="1600" dirty="0"/>
              <a:t>בכמה להגדיל את משתנה הלולאה. ברב המקרים נשתמש בערך 1.</a:t>
            </a:r>
          </a:p>
          <a:p>
            <a:pPr marL="0" indent="0">
              <a:buFont typeface="Arial" pitchFamily="34" charset="0"/>
              <a:buNone/>
            </a:pPr>
            <a:r>
              <a:rPr lang="he-IL" sz="1600" dirty="0"/>
              <a:t>          המשתנה חייב להיות מספר שלם – חיובי או שלילי.</a:t>
            </a:r>
            <a:endParaRPr lang="en-US" sz="1600" dirty="0"/>
          </a:p>
          <a:p>
            <a:pPr marL="0" indent="0">
              <a:buFont typeface="Arial" pitchFamily="34" charset="0"/>
              <a:buNone/>
            </a:pPr>
            <a:r>
              <a:rPr lang="he-IL" sz="1600" dirty="0"/>
              <a:t>          השם </a:t>
            </a:r>
            <a:r>
              <a:rPr lang="en-US" sz="1600" dirty="0"/>
              <a:t> Item </a:t>
            </a:r>
            <a:r>
              <a:rPr lang="he-IL" sz="1600" dirty="0"/>
              <a:t>הוא שם של משתנה. ניתן לבחור בכל שם שנרצה.</a:t>
            </a:r>
          </a:p>
        </p:txBody>
      </p:sp>
    </p:spTree>
    <p:extLst>
      <p:ext uri="{BB962C8B-B14F-4D97-AF65-F5344CB8AC3E}">
        <p14:creationId xmlns:p14="http://schemas.microsoft.com/office/powerpoint/2010/main" val="205946794"/>
      </p:ext>
    </p:extLst>
  </p:cSld>
  <p:clrMapOvr>
    <a:masterClrMapping/>
  </p:clrMapOvr>
</p:sld>
</file>

<file path=ppt/theme/theme1.xml><?xml version="1.0" encoding="utf-8"?>
<a:theme xmlns:a="http://schemas.openxmlformats.org/drawingml/2006/main" name="2_ערכת נושא Office">
  <a:themeElements>
    <a:clrScheme name="מערכת שידורים">
      <a:dk1>
        <a:srgbClr val="002060"/>
      </a:dk1>
      <a:lt1>
        <a:sysClr val="window" lastClr="FFFFFF"/>
      </a:lt1>
      <a:dk2>
        <a:srgbClr val="44546A"/>
      </a:dk2>
      <a:lt2>
        <a:srgbClr val="E7E6E6"/>
      </a:lt2>
      <a:accent1>
        <a:srgbClr val="92D050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7030A0"/>
      </a:folHlink>
    </a:clrScheme>
    <a:fontScheme name="התאמה אישית 3">
      <a:majorFont>
        <a:latin typeface="Varela Round"/>
        <a:ea typeface=""/>
        <a:cs typeface="Varela Round"/>
      </a:majorFont>
      <a:minorFont>
        <a:latin typeface="Varela Round"/>
        <a:ea typeface=""/>
        <a:cs typeface="Varela Round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1409</TotalTime>
  <Words>1200</Words>
  <Application>Microsoft Office PowerPoint</Application>
  <PresentationFormat>Widescreen</PresentationFormat>
  <Paragraphs>170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Varela Round</vt:lpstr>
      <vt:lpstr>2_ערכת נושא Office</vt:lpstr>
      <vt:lpstr>לולאות</vt:lpstr>
      <vt:lpstr>לולאות</vt:lpstr>
      <vt:lpstr>לולאות</vt:lpstr>
      <vt:lpstr>לולאות</vt:lpstr>
      <vt:lpstr>לולאות</vt:lpstr>
      <vt:lpstr>לולאות – סיכום ביניים</vt:lpstr>
      <vt:lpstr>לולאות מיוחדות</vt:lpstr>
      <vt:lpstr>לולאות מיוחדות</vt:lpstr>
      <vt:lpstr>לולאות מיוחדות</vt:lpstr>
      <vt:lpstr>לולאות מיוחדות</vt:lpstr>
      <vt:lpstr>לולאות מיוחדות</vt:lpstr>
      <vt:lpstr>לולאות מיוחדות</vt:lpstr>
      <vt:lpstr>לולאות מיוחדות</vt:lpstr>
      <vt:lpstr>לולאות מיוחדות</vt:lpstr>
      <vt:lpstr>לולאות מיוחדות</vt:lpstr>
      <vt:lpstr>לולאות מיוחדות</vt:lpstr>
      <vt:lpstr>לולאות</vt:lpstr>
      <vt:lpstr>לולאות</vt:lpstr>
      <vt:lpstr>לולאות – המשך הדגמה</vt:lpstr>
      <vt:lpstr>לולאות – המשך הדגמה</vt:lpstr>
      <vt:lpstr>לולאות – המשך הדגמה</vt:lpstr>
      <vt:lpstr>לולאות – המשך הדגמה</vt:lpstr>
      <vt:lpstr>לולאות – המשך הדגמה</vt:lpstr>
      <vt:lpstr>לולאות - סיכום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מערכת שידורים לאומית</dc:title>
  <dc:creator>USER</dc:creator>
  <cp:lastModifiedBy>alex kr</cp:lastModifiedBy>
  <cp:revision>56</cp:revision>
  <dcterms:created xsi:type="dcterms:W3CDTF">2020-05-22T06:52:27Z</dcterms:created>
  <dcterms:modified xsi:type="dcterms:W3CDTF">2023-10-15T13:23:09Z</dcterms:modified>
</cp:coreProperties>
</file>