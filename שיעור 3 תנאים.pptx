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70" r:id="rId3"/>
    <p:sldId id="271" r:id="rId4"/>
    <p:sldId id="273" r:id="rId5"/>
    <p:sldId id="274" r:id="rId6"/>
    <p:sldId id="275" r:id="rId7"/>
    <p:sldId id="276" r:id="rId8"/>
    <p:sldId id="277" r:id="rId9"/>
    <p:sldId id="281" r:id="rId10"/>
    <p:sldId id="282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C0002F-B829-4496-A862-9D2A72BC0D16}">
          <p14:sldIdLst>
            <p14:sldId id="270"/>
            <p14:sldId id="271"/>
            <p14:sldId id="273"/>
            <p14:sldId id="274"/>
            <p14:sldId id="275"/>
            <p14:sldId id="276"/>
            <p14:sldId id="277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C94459-7B53-4720-9F45-489D273DB5F2}" v="9" dt="2023-10-11T10:11:20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kr" userId="ebad60b8f89c02e8" providerId="LiveId" clId="{7BC94459-7B53-4720-9F45-489D273DB5F2}"/>
    <pc:docChg chg="custSel delSld modSld modSection">
      <pc:chgData name="alex kr" userId="ebad60b8f89c02e8" providerId="LiveId" clId="{7BC94459-7B53-4720-9F45-489D273DB5F2}" dt="2023-10-15T13:22:02.579" v="185" actId="2696"/>
      <pc:docMkLst>
        <pc:docMk/>
      </pc:docMkLst>
      <pc:sldChg chg="modSp del mod">
        <pc:chgData name="alex kr" userId="ebad60b8f89c02e8" providerId="LiveId" clId="{7BC94459-7B53-4720-9F45-489D273DB5F2}" dt="2023-10-13T19:13:21.981" v="178" actId="2696"/>
        <pc:sldMkLst>
          <pc:docMk/>
          <pc:sldMk cId="2563088847" sldId="258"/>
        </pc:sldMkLst>
        <pc:spChg chg="mod">
          <ac:chgData name="alex kr" userId="ebad60b8f89c02e8" providerId="LiveId" clId="{7BC94459-7B53-4720-9F45-489D273DB5F2}" dt="2023-10-11T10:01:58.996" v="45" actId="20577"/>
          <ac:spMkLst>
            <pc:docMk/>
            <pc:sldMk cId="2563088847" sldId="258"/>
            <ac:spMk id="3" creationId="{137C9259-BD27-44CF-89D5-877243D9C831}"/>
          </ac:spMkLst>
        </pc:spChg>
        <pc:spChg chg="mod">
          <ac:chgData name="alex kr" userId="ebad60b8f89c02e8" providerId="LiveId" clId="{7BC94459-7B53-4720-9F45-489D273DB5F2}" dt="2023-10-11T10:00:29.222" v="28" actId="20577"/>
          <ac:spMkLst>
            <pc:docMk/>
            <pc:sldMk cId="2563088847" sldId="258"/>
            <ac:spMk id="5" creationId="{00000000-0000-0000-0000-000000000000}"/>
          </ac:spMkLst>
        </pc:spChg>
      </pc:sldChg>
      <pc:sldChg chg="addSp delSp modSp del mod">
        <pc:chgData name="alex kr" userId="ebad60b8f89c02e8" providerId="LiveId" clId="{7BC94459-7B53-4720-9F45-489D273DB5F2}" dt="2023-10-13T19:13:24.020" v="179" actId="2696"/>
        <pc:sldMkLst>
          <pc:docMk/>
          <pc:sldMk cId="1798639738" sldId="261"/>
        </pc:sldMkLst>
        <pc:spChg chg="mod">
          <ac:chgData name="alex kr" userId="ebad60b8f89c02e8" providerId="LiveId" clId="{7BC94459-7B53-4720-9F45-489D273DB5F2}" dt="2023-10-11T10:01:00.801" v="34" actId="14100"/>
          <ac:spMkLst>
            <pc:docMk/>
            <pc:sldMk cId="1798639738" sldId="261"/>
            <ac:spMk id="4" creationId="{4CED9733-0A36-407F-9494-8B8D744E4592}"/>
          </ac:spMkLst>
        </pc:spChg>
        <pc:spChg chg="del mod">
          <ac:chgData name="alex kr" userId="ebad60b8f89c02e8" providerId="LiveId" clId="{7BC94459-7B53-4720-9F45-489D273DB5F2}" dt="2023-10-11T10:00:58.688" v="33" actId="478"/>
          <ac:spMkLst>
            <pc:docMk/>
            <pc:sldMk cId="1798639738" sldId="261"/>
            <ac:spMk id="5" creationId="{FA299B74-4899-42E8-A4AA-AF4B72C3F400}"/>
          </ac:spMkLst>
        </pc:spChg>
        <pc:spChg chg="add mod">
          <ac:chgData name="alex kr" userId="ebad60b8f89c02e8" providerId="LiveId" clId="{7BC94459-7B53-4720-9F45-489D273DB5F2}" dt="2023-10-11T10:04:49.197" v="141" actId="14100"/>
          <ac:spMkLst>
            <pc:docMk/>
            <pc:sldMk cId="1798639738" sldId="261"/>
            <ac:spMk id="6" creationId="{328421F0-14E5-A3D3-7578-771528169C0A}"/>
          </ac:spMkLst>
        </pc:spChg>
        <pc:spChg chg="mod">
          <ac:chgData name="alex kr" userId="ebad60b8f89c02e8" providerId="LiveId" clId="{7BC94459-7B53-4720-9F45-489D273DB5F2}" dt="2023-10-11T10:14:08.693" v="170" actId="14100"/>
          <ac:spMkLst>
            <pc:docMk/>
            <pc:sldMk cId="1798639738" sldId="261"/>
            <ac:spMk id="8" creationId="{582F3B17-6891-4A2A-BE13-6C3615478511}"/>
          </ac:spMkLst>
        </pc:spChg>
        <pc:spChg chg="add mod">
          <ac:chgData name="alex kr" userId="ebad60b8f89c02e8" providerId="LiveId" clId="{7BC94459-7B53-4720-9F45-489D273DB5F2}" dt="2023-10-11T10:13:00.809" v="166" actId="14100"/>
          <ac:spMkLst>
            <pc:docMk/>
            <pc:sldMk cId="1798639738" sldId="261"/>
            <ac:spMk id="10" creationId="{7FEA4D9C-268D-A6B9-A04B-83874311E127}"/>
          </ac:spMkLst>
        </pc:spChg>
        <pc:spChg chg="add mod">
          <ac:chgData name="alex kr" userId="ebad60b8f89c02e8" providerId="LiveId" clId="{7BC94459-7B53-4720-9F45-489D273DB5F2}" dt="2023-10-11T10:15:06.738" v="177" actId="122"/>
          <ac:spMkLst>
            <pc:docMk/>
            <pc:sldMk cId="1798639738" sldId="261"/>
            <ac:spMk id="11" creationId="{8AB88F5F-35D6-9E36-2CD9-ABEB6E9C7A91}"/>
          </ac:spMkLst>
        </pc:spChg>
        <pc:spChg chg="mod">
          <ac:chgData name="alex kr" userId="ebad60b8f89c02e8" providerId="LiveId" clId="{7BC94459-7B53-4720-9F45-489D273DB5F2}" dt="2023-10-11T10:03:19.671" v="132" actId="14100"/>
          <ac:spMkLst>
            <pc:docMk/>
            <pc:sldMk cId="1798639738" sldId="261"/>
            <ac:spMk id="12" creationId="{582F3B17-6891-4A2A-BE13-6C3615478511}"/>
          </ac:spMkLst>
        </pc:spChg>
        <pc:spChg chg="add mod">
          <ac:chgData name="alex kr" userId="ebad60b8f89c02e8" providerId="LiveId" clId="{7BC94459-7B53-4720-9F45-489D273DB5F2}" dt="2023-10-11T10:12:16.646" v="159"/>
          <ac:spMkLst>
            <pc:docMk/>
            <pc:sldMk cId="1798639738" sldId="261"/>
            <ac:spMk id="14" creationId="{E38E0A34-F1B3-53A4-2C15-EBBFBE7DE59F}"/>
          </ac:spMkLst>
        </pc:spChg>
        <pc:spChg chg="add mod">
          <ac:chgData name="alex kr" userId="ebad60b8f89c02e8" providerId="LiveId" clId="{7BC94459-7B53-4720-9F45-489D273DB5F2}" dt="2023-10-11T10:11:48.426" v="154"/>
          <ac:spMkLst>
            <pc:docMk/>
            <pc:sldMk cId="1798639738" sldId="261"/>
            <ac:spMk id="15" creationId="{4C2AC554-4DF0-7E04-D987-9573447F4988}"/>
          </ac:spMkLst>
        </pc:spChg>
        <pc:graphicFrameChg chg="add del mod">
          <ac:chgData name="alex kr" userId="ebad60b8f89c02e8" providerId="LiveId" clId="{7BC94459-7B53-4720-9F45-489D273DB5F2}" dt="2023-10-11T10:03:44.146" v="134"/>
          <ac:graphicFrameMkLst>
            <pc:docMk/>
            <pc:sldMk cId="1798639738" sldId="261"/>
            <ac:graphicFrameMk id="2" creationId="{332FF113-15B1-76A7-F93B-51A2A0630DBA}"/>
          </ac:graphicFrameMkLst>
        </pc:graphicFrameChg>
        <pc:graphicFrameChg chg="add del mod">
          <ac:chgData name="alex kr" userId="ebad60b8f89c02e8" providerId="LiveId" clId="{7BC94459-7B53-4720-9F45-489D273DB5F2}" dt="2023-10-11T10:04:27.900" v="136"/>
          <ac:graphicFrameMkLst>
            <pc:docMk/>
            <pc:sldMk cId="1798639738" sldId="261"/>
            <ac:graphicFrameMk id="3" creationId="{79A2F71D-4830-EFF1-4EDC-75A1AB05EFDD}"/>
          </ac:graphicFrameMkLst>
        </pc:graphicFrameChg>
      </pc:sldChg>
      <pc:sldChg chg="del">
        <pc:chgData name="alex kr" userId="ebad60b8f89c02e8" providerId="LiveId" clId="{7BC94459-7B53-4720-9F45-489D273DB5F2}" dt="2023-10-15T13:17:04.950" v="180" actId="2696"/>
        <pc:sldMkLst>
          <pc:docMk/>
          <pc:sldMk cId="3511157880" sldId="278"/>
        </pc:sldMkLst>
      </pc:sldChg>
      <pc:sldChg chg="del">
        <pc:chgData name="alex kr" userId="ebad60b8f89c02e8" providerId="LiveId" clId="{7BC94459-7B53-4720-9F45-489D273DB5F2}" dt="2023-10-15T13:17:12.553" v="182" actId="2696"/>
        <pc:sldMkLst>
          <pc:docMk/>
          <pc:sldMk cId="2012699940" sldId="279"/>
        </pc:sldMkLst>
      </pc:sldChg>
      <pc:sldChg chg="del">
        <pc:chgData name="alex kr" userId="ebad60b8f89c02e8" providerId="LiveId" clId="{7BC94459-7B53-4720-9F45-489D273DB5F2}" dt="2023-10-15T13:17:09.919" v="181" actId="2696"/>
        <pc:sldMkLst>
          <pc:docMk/>
          <pc:sldMk cId="4068329330" sldId="280"/>
        </pc:sldMkLst>
      </pc:sldChg>
      <pc:sldChg chg="del">
        <pc:chgData name="alex kr" userId="ebad60b8f89c02e8" providerId="LiveId" clId="{7BC94459-7B53-4720-9F45-489D273DB5F2}" dt="2023-10-15T13:21:51.967" v="183" actId="2696"/>
        <pc:sldMkLst>
          <pc:docMk/>
          <pc:sldMk cId="502486290" sldId="284"/>
        </pc:sldMkLst>
      </pc:sldChg>
      <pc:sldChg chg="del">
        <pc:chgData name="alex kr" userId="ebad60b8f89c02e8" providerId="LiveId" clId="{7BC94459-7B53-4720-9F45-489D273DB5F2}" dt="2023-10-15T13:21:55.307" v="184" actId="2696"/>
        <pc:sldMkLst>
          <pc:docMk/>
          <pc:sldMk cId="2958445348" sldId="294"/>
        </pc:sldMkLst>
      </pc:sldChg>
      <pc:sldChg chg="del">
        <pc:chgData name="alex kr" userId="ebad60b8f89c02e8" providerId="LiveId" clId="{7BC94459-7B53-4720-9F45-489D273DB5F2}" dt="2023-10-15T13:22:02.579" v="185" actId="2696"/>
        <pc:sldMkLst>
          <pc:docMk/>
          <pc:sldMk cId="4138567276" sldId="295"/>
        </pc:sldMkLst>
      </pc:sldChg>
      <pc:sldChg chg="del">
        <pc:chgData name="alex kr" userId="ebad60b8f89c02e8" providerId="LiveId" clId="{7BC94459-7B53-4720-9F45-489D273DB5F2}" dt="2023-10-15T13:22:02.579" v="185" actId="2696"/>
        <pc:sldMkLst>
          <pc:docMk/>
          <pc:sldMk cId="3214877842" sldId="296"/>
        </pc:sldMkLst>
      </pc:sldChg>
      <pc:sldChg chg="del">
        <pc:chgData name="alex kr" userId="ebad60b8f89c02e8" providerId="LiveId" clId="{7BC94459-7B53-4720-9F45-489D273DB5F2}" dt="2023-10-15T13:22:02.579" v="185" actId="2696"/>
        <pc:sldMkLst>
          <pc:docMk/>
          <pc:sldMk cId="1224308980" sldId="299"/>
        </pc:sldMkLst>
      </pc:sldChg>
      <pc:sldChg chg="del">
        <pc:chgData name="alex kr" userId="ebad60b8f89c02e8" providerId="LiveId" clId="{7BC94459-7B53-4720-9F45-489D273DB5F2}" dt="2023-10-15T13:22:02.579" v="185" actId="2696"/>
        <pc:sldMkLst>
          <pc:docMk/>
          <pc:sldMk cId="1963023412" sldId="302"/>
        </pc:sldMkLst>
      </pc:sldChg>
      <pc:sldMasterChg chg="delSldLayout">
        <pc:chgData name="alex kr" userId="ebad60b8f89c02e8" providerId="LiveId" clId="{7BC94459-7B53-4720-9F45-489D273DB5F2}" dt="2023-10-15T13:21:55.307" v="184" actId="2696"/>
        <pc:sldMasterMkLst>
          <pc:docMk/>
          <pc:sldMasterMk cId="945422031" sldId="2147483660"/>
        </pc:sldMasterMkLst>
        <pc:sldLayoutChg chg="del">
          <pc:chgData name="alex kr" userId="ebad60b8f89c02e8" providerId="LiveId" clId="{7BC94459-7B53-4720-9F45-489D273DB5F2}" dt="2023-10-15T13:21:55.307" v="184" actId="2696"/>
          <pc:sldLayoutMkLst>
            <pc:docMk/>
            <pc:sldMasterMk cId="945422031" sldId="2147483660"/>
            <pc:sldLayoutMk cId="3950291718" sldId="2147483663"/>
          </pc:sldLayoutMkLst>
        </pc:sldLayoutChg>
      </pc:sldMasterChg>
    </pc:docChg>
  </pc:docChgLst>
  <pc:docChgLst>
    <pc:chgData name="alex kr" userId="ebad60b8f89c02e8" providerId="LiveId" clId="{7C444B29-E456-4FBC-88CB-DA246620110C}"/>
    <pc:docChg chg="undo custSel addSld delSld modSld addSection delSection modSection">
      <pc:chgData name="alex kr" userId="ebad60b8f89c02e8" providerId="LiveId" clId="{7C444B29-E456-4FBC-88CB-DA246620110C}" dt="2023-09-18T11:51:30.035" v="62" actId="20577"/>
      <pc:docMkLst>
        <pc:docMk/>
      </pc:docMkLst>
      <pc:sldChg chg="del">
        <pc:chgData name="alex kr" userId="ebad60b8f89c02e8" providerId="LiveId" clId="{7C444B29-E456-4FBC-88CB-DA246620110C}" dt="2023-09-09T12:31:58.533" v="1" actId="2696"/>
        <pc:sldMkLst>
          <pc:docMk/>
          <pc:sldMk cId="983537589" sldId="256"/>
        </pc:sldMkLst>
      </pc:sldChg>
      <pc:sldChg chg="del">
        <pc:chgData name="alex kr" userId="ebad60b8f89c02e8" providerId="LiveId" clId="{7C444B29-E456-4FBC-88CB-DA246620110C}" dt="2023-09-18T11:35:31.873" v="40" actId="2696"/>
        <pc:sldMkLst>
          <pc:docMk/>
          <pc:sldMk cId="783066180" sldId="257"/>
        </pc:sldMkLst>
      </pc:sldChg>
      <pc:sldChg chg="del">
        <pc:chgData name="alex kr" userId="ebad60b8f89c02e8" providerId="LiveId" clId="{7C444B29-E456-4FBC-88CB-DA246620110C}" dt="2023-09-09T12:32:11.291" v="2" actId="2696"/>
        <pc:sldMkLst>
          <pc:docMk/>
          <pc:sldMk cId="712096249" sldId="259"/>
        </pc:sldMkLst>
      </pc:sldChg>
      <pc:sldChg chg="del">
        <pc:chgData name="alex kr" userId="ebad60b8f89c02e8" providerId="LiveId" clId="{7C444B29-E456-4FBC-88CB-DA246620110C}" dt="2023-09-09T12:32:20.799" v="3" actId="2696"/>
        <pc:sldMkLst>
          <pc:docMk/>
          <pc:sldMk cId="3295285823" sldId="260"/>
        </pc:sldMkLst>
      </pc:sldChg>
      <pc:sldChg chg="del">
        <pc:chgData name="alex kr" userId="ebad60b8f89c02e8" providerId="LiveId" clId="{7C444B29-E456-4FBC-88CB-DA246620110C}" dt="2023-09-09T12:32:28.677" v="4" actId="2696"/>
        <pc:sldMkLst>
          <pc:docMk/>
          <pc:sldMk cId="1821884976" sldId="262"/>
        </pc:sldMkLst>
      </pc:sldChg>
      <pc:sldChg chg="del">
        <pc:chgData name="alex kr" userId="ebad60b8f89c02e8" providerId="LiveId" clId="{7C444B29-E456-4FBC-88CB-DA246620110C}" dt="2023-09-09T12:32:35.061" v="5" actId="2696"/>
        <pc:sldMkLst>
          <pc:docMk/>
          <pc:sldMk cId="2246774954" sldId="263"/>
        </pc:sldMkLst>
      </pc:sldChg>
      <pc:sldChg chg="del">
        <pc:chgData name="alex kr" userId="ebad60b8f89c02e8" providerId="LiveId" clId="{7C444B29-E456-4FBC-88CB-DA246620110C}" dt="2023-09-09T12:32:38.079" v="6" actId="2696"/>
        <pc:sldMkLst>
          <pc:docMk/>
          <pc:sldMk cId="2674674446" sldId="264"/>
        </pc:sldMkLst>
      </pc:sldChg>
      <pc:sldChg chg="del">
        <pc:chgData name="alex kr" userId="ebad60b8f89c02e8" providerId="LiveId" clId="{7C444B29-E456-4FBC-88CB-DA246620110C}" dt="2023-09-09T12:32:48.338" v="7" actId="2696"/>
        <pc:sldMkLst>
          <pc:docMk/>
          <pc:sldMk cId="4215094250" sldId="265"/>
        </pc:sldMkLst>
      </pc:sldChg>
      <pc:sldChg chg="del">
        <pc:chgData name="alex kr" userId="ebad60b8f89c02e8" providerId="LiveId" clId="{7C444B29-E456-4FBC-88CB-DA246620110C}" dt="2023-09-09T12:32:52.419" v="8" actId="2696"/>
        <pc:sldMkLst>
          <pc:docMk/>
          <pc:sldMk cId="1941740534" sldId="266"/>
        </pc:sldMkLst>
      </pc:sldChg>
      <pc:sldChg chg="del">
        <pc:chgData name="alex kr" userId="ebad60b8f89c02e8" providerId="LiveId" clId="{7C444B29-E456-4FBC-88CB-DA246620110C}" dt="2023-09-09T12:32:54.620" v="9" actId="2696"/>
        <pc:sldMkLst>
          <pc:docMk/>
          <pc:sldMk cId="3754974021" sldId="267"/>
        </pc:sldMkLst>
      </pc:sldChg>
      <pc:sldChg chg="del">
        <pc:chgData name="alex kr" userId="ebad60b8f89c02e8" providerId="LiveId" clId="{7C444B29-E456-4FBC-88CB-DA246620110C}" dt="2023-09-09T12:32:58.059" v="10" actId="2696"/>
        <pc:sldMkLst>
          <pc:docMk/>
          <pc:sldMk cId="2815355988" sldId="268"/>
        </pc:sldMkLst>
      </pc:sldChg>
      <pc:sldChg chg="del">
        <pc:chgData name="alex kr" userId="ebad60b8f89c02e8" providerId="LiveId" clId="{7C444B29-E456-4FBC-88CB-DA246620110C}" dt="2023-09-09T12:33:02.789" v="11" actId="2696"/>
        <pc:sldMkLst>
          <pc:docMk/>
          <pc:sldMk cId="376560812" sldId="269"/>
        </pc:sldMkLst>
      </pc:sldChg>
      <pc:sldChg chg="del">
        <pc:chgData name="alex kr" userId="ebad60b8f89c02e8" providerId="LiveId" clId="{7C444B29-E456-4FBC-88CB-DA246620110C}" dt="2023-09-09T12:33:40.894" v="12" actId="2696"/>
        <pc:sldMkLst>
          <pc:docMk/>
          <pc:sldMk cId="3753971625" sldId="272"/>
        </pc:sldMkLst>
      </pc:sldChg>
      <pc:sldChg chg="delSp modSp mod">
        <pc:chgData name="alex kr" userId="ebad60b8f89c02e8" providerId="LiveId" clId="{7C444B29-E456-4FBC-88CB-DA246620110C}" dt="2023-09-09T12:33:58.185" v="16" actId="478"/>
        <pc:sldMkLst>
          <pc:docMk/>
          <pc:sldMk cId="1074204103" sldId="274"/>
        </pc:sldMkLst>
        <pc:spChg chg="del mod">
          <ac:chgData name="alex kr" userId="ebad60b8f89c02e8" providerId="LiveId" clId="{7C444B29-E456-4FBC-88CB-DA246620110C}" dt="2023-09-09T12:33:58.185" v="16" actId="478"/>
          <ac:spMkLst>
            <pc:docMk/>
            <pc:sldMk cId="1074204103" sldId="274"/>
            <ac:spMk id="13" creationId="{E8C5010A-4B39-4535-97DF-DB76E0AEEB00}"/>
          </ac:spMkLst>
        </pc:spChg>
        <pc:spChg chg="del mod">
          <ac:chgData name="alex kr" userId="ebad60b8f89c02e8" providerId="LiveId" clId="{7C444B29-E456-4FBC-88CB-DA246620110C}" dt="2023-09-09T12:33:56.576" v="15" actId="478"/>
          <ac:spMkLst>
            <pc:docMk/>
            <pc:sldMk cId="1074204103" sldId="274"/>
            <ac:spMk id="14" creationId="{478E4D5B-70D1-46DA-B73C-14E96BB31427}"/>
          </ac:spMkLst>
        </pc:spChg>
      </pc:sldChg>
      <pc:sldChg chg="add del">
        <pc:chgData name="alex kr" userId="ebad60b8f89c02e8" providerId="LiveId" clId="{7C444B29-E456-4FBC-88CB-DA246620110C}" dt="2023-09-09T12:34:28.387" v="19" actId="2696"/>
        <pc:sldMkLst>
          <pc:docMk/>
          <pc:sldMk cId="2012699940" sldId="279"/>
        </pc:sldMkLst>
      </pc:sldChg>
      <pc:sldChg chg="del">
        <pc:chgData name="alex kr" userId="ebad60b8f89c02e8" providerId="LiveId" clId="{7C444B29-E456-4FBC-88CB-DA246620110C}" dt="2023-09-09T12:35:18.994" v="20" actId="2696"/>
        <pc:sldMkLst>
          <pc:docMk/>
          <pc:sldMk cId="3262133393" sldId="283"/>
        </pc:sldMkLst>
      </pc:sldChg>
      <pc:sldChg chg="del">
        <pc:chgData name="alex kr" userId="ebad60b8f89c02e8" providerId="LiveId" clId="{7C444B29-E456-4FBC-88CB-DA246620110C}" dt="2023-09-09T12:36:36.053" v="26" actId="2696"/>
        <pc:sldMkLst>
          <pc:docMk/>
          <pc:sldMk cId="3470415181" sldId="285"/>
        </pc:sldMkLst>
      </pc:sldChg>
      <pc:sldChg chg="del">
        <pc:chgData name="alex kr" userId="ebad60b8f89c02e8" providerId="LiveId" clId="{7C444B29-E456-4FBC-88CB-DA246620110C}" dt="2023-09-09T12:36:22.871" v="23" actId="2696"/>
        <pc:sldMkLst>
          <pc:docMk/>
          <pc:sldMk cId="43020124" sldId="286"/>
        </pc:sldMkLst>
      </pc:sldChg>
      <pc:sldChg chg="del">
        <pc:chgData name="alex kr" userId="ebad60b8f89c02e8" providerId="LiveId" clId="{7C444B29-E456-4FBC-88CB-DA246620110C}" dt="2023-09-09T12:35:45.053" v="22" actId="2696"/>
        <pc:sldMkLst>
          <pc:docMk/>
          <pc:sldMk cId="245170214" sldId="287"/>
        </pc:sldMkLst>
      </pc:sldChg>
      <pc:sldChg chg="del">
        <pc:chgData name="alex kr" userId="ebad60b8f89c02e8" providerId="LiveId" clId="{7C444B29-E456-4FBC-88CB-DA246620110C}" dt="2023-09-09T12:35:42.149" v="21" actId="2696"/>
        <pc:sldMkLst>
          <pc:docMk/>
          <pc:sldMk cId="1009686635" sldId="288"/>
        </pc:sldMkLst>
      </pc:sldChg>
      <pc:sldChg chg="del">
        <pc:chgData name="alex kr" userId="ebad60b8f89c02e8" providerId="LiveId" clId="{7C444B29-E456-4FBC-88CB-DA246620110C}" dt="2023-09-09T12:36:26.181" v="24" actId="2696"/>
        <pc:sldMkLst>
          <pc:docMk/>
          <pc:sldMk cId="3886802299" sldId="289"/>
        </pc:sldMkLst>
      </pc:sldChg>
      <pc:sldChg chg="del">
        <pc:chgData name="alex kr" userId="ebad60b8f89c02e8" providerId="LiveId" clId="{7C444B29-E456-4FBC-88CB-DA246620110C}" dt="2023-09-09T12:36:28.990" v="25" actId="2696"/>
        <pc:sldMkLst>
          <pc:docMk/>
          <pc:sldMk cId="3003322825" sldId="290"/>
        </pc:sldMkLst>
      </pc:sldChg>
      <pc:sldChg chg="del">
        <pc:chgData name="alex kr" userId="ebad60b8f89c02e8" providerId="LiveId" clId="{7C444B29-E456-4FBC-88CB-DA246620110C}" dt="2023-09-09T12:36:40.401" v="27" actId="2696"/>
        <pc:sldMkLst>
          <pc:docMk/>
          <pc:sldMk cId="4048485612" sldId="291"/>
        </pc:sldMkLst>
      </pc:sldChg>
      <pc:sldChg chg="del">
        <pc:chgData name="alex kr" userId="ebad60b8f89c02e8" providerId="LiveId" clId="{7C444B29-E456-4FBC-88CB-DA246620110C}" dt="2023-09-09T12:36:44.349" v="28" actId="2696"/>
        <pc:sldMkLst>
          <pc:docMk/>
          <pc:sldMk cId="3352672286" sldId="292"/>
        </pc:sldMkLst>
      </pc:sldChg>
      <pc:sldChg chg="del">
        <pc:chgData name="alex kr" userId="ebad60b8f89c02e8" providerId="LiveId" clId="{7C444B29-E456-4FBC-88CB-DA246620110C}" dt="2023-09-09T12:36:49.349" v="29" actId="2696"/>
        <pc:sldMkLst>
          <pc:docMk/>
          <pc:sldMk cId="4249334404" sldId="293"/>
        </pc:sldMkLst>
      </pc:sldChg>
      <pc:sldChg chg="modSp mod">
        <pc:chgData name="alex kr" userId="ebad60b8f89c02e8" providerId="LiveId" clId="{7C444B29-E456-4FBC-88CB-DA246620110C}" dt="2023-09-18T11:51:30.035" v="62" actId="20577"/>
        <pc:sldMkLst>
          <pc:docMk/>
          <pc:sldMk cId="3214877842" sldId="296"/>
        </pc:sldMkLst>
        <pc:spChg chg="mod">
          <ac:chgData name="alex kr" userId="ebad60b8f89c02e8" providerId="LiveId" clId="{7C444B29-E456-4FBC-88CB-DA246620110C}" dt="2023-09-18T11:51:30.035" v="62" actId="20577"/>
          <ac:spMkLst>
            <pc:docMk/>
            <pc:sldMk cId="3214877842" sldId="296"/>
            <ac:spMk id="3" creationId="{00000000-0000-0000-0000-000000000000}"/>
          </ac:spMkLst>
        </pc:spChg>
      </pc:sldChg>
      <pc:sldChg chg="del">
        <pc:chgData name="alex kr" userId="ebad60b8f89c02e8" providerId="LiveId" clId="{7C444B29-E456-4FBC-88CB-DA246620110C}" dt="2023-09-09T12:37:12.599" v="30" actId="2696"/>
        <pc:sldMkLst>
          <pc:docMk/>
          <pc:sldMk cId="2896298256" sldId="297"/>
        </pc:sldMkLst>
      </pc:sldChg>
      <pc:sldChg chg="del">
        <pc:chgData name="alex kr" userId="ebad60b8f89c02e8" providerId="LiveId" clId="{7C444B29-E456-4FBC-88CB-DA246620110C}" dt="2023-09-09T12:37:20.893" v="31" actId="2696"/>
        <pc:sldMkLst>
          <pc:docMk/>
          <pc:sldMk cId="4283252629" sldId="298"/>
        </pc:sldMkLst>
      </pc:sldChg>
      <pc:sldChg chg="del">
        <pc:chgData name="alex kr" userId="ebad60b8f89c02e8" providerId="LiveId" clId="{7C444B29-E456-4FBC-88CB-DA246620110C}" dt="2023-09-09T12:38:08.437" v="32" actId="2696"/>
        <pc:sldMkLst>
          <pc:docMk/>
          <pc:sldMk cId="1824365447" sldId="300"/>
        </pc:sldMkLst>
      </pc:sldChg>
      <pc:sldChg chg="del">
        <pc:chgData name="alex kr" userId="ebad60b8f89c02e8" providerId="LiveId" clId="{7C444B29-E456-4FBC-88CB-DA246620110C}" dt="2023-09-09T12:38:14.084" v="33" actId="2696"/>
        <pc:sldMkLst>
          <pc:docMk/>
          <pc:sldMk cId="2870540148" sldId="303"/>
        </pc:sldMkLst>
      </pc:sldChg>
      <pc:sldChg chg="del">
        <pc:chgData name="alex kr" userId="ebad60b8f89c02e8" providerId="LiveId" clId="{7C444B29-E456-4FBC-88CB-DA246620110C}" dt="2023-09-09T12:38:32.973" v="34" actId="2696"/>
        <pc:sldMkLst>
          <pc:docMk/>
          <pc:sldMk cId="529367449" sldId="304"/>
        </pc:sldMkLst>
      </pc:sldChg>
      <pc:sldChg chg="del">
        <pc:chgData name="alex kr" userId="ebad60b8f89c02e8" providerId="LiveId" clId="{7C444B29-E456-4FBC-88CB-DA246620110C}" dt="2023-09-09T12:39:12.533" v="39" actId="2696"/>
        <pc:sldMkLst>
          <pc:docMk/>
          <pc:sldMk cId="1355500719" sldId="305"/>
        </pc:sldMkLst>
      </pc:sldChg>
      <pc:sldChg chg="del">
        <pc:chgData name="alex kr" userId="ebad60b8f89c02e8" providerId="LiveId" clId="{7C444B29-E456-4FBC-88CB-DA246620110C}" dt="2023-09-09T12:38:50.642" v="35" actId="2696"/>
        <pc:sldMkLst>
          <pc:docMk/>
          <pc:sldMk cId="1375545973" sldId="306"/>
        </pc:sldMkLst>
      </pc:sldChg>
      <pc:sldChg chg="del">
        <pc:chgData name="alex kr" userId="ebad60b8f89c02e8" providerId="LiveId" clId="{7C444B29-E456-4FBC-88CB-DA246620110C}" dt="2023-09-09T12:34:19.155" v="17" actId="2696"/>
        <pc:sldMkLst>
          <pc:docMk/>
          <pc:sldMk cId="2646293091" sldId="307"/>
        </pc:sldMkLst>
      </pc:sldChg>
      <pc:sldChg chg="del">
        <pc:chgData name="alex kr" userId="ebad60b8f89c02e8" providerId="LiveId" clId="{7C444B29-E456-4FBC-88CB-DA246620110C}" dt="2023-09-09T12:31:54.885" v="0" actId="2696"/>
        <pc:sldMkLst>
          <pc:docMk/>
          <pc:sldMk cId="280509022" sldId="308"/>
        </pc:sldMkLst>
      </pc:sldChg>
      <pc:sldChg chg="del">
        <pc:chgData name="alex kr" userId="ebad60b8f89c02e8" providerId="LiveId" clId="{7C444B29-E456-4FBC-88CB-DA246620110C}" dt="2023-09-09T12:38:55.904" v="37" actId="2696"/>
        <pc:sldMkLst>
          <pc:docMk/>
          <pc:sldMk cId="0" sldId="309"/>
        </pc:sldMkLst>
      </pc:sldChg>
      <pc:sldChg chg="del">
        <pc:chgData name="alex kr" userId="ebad60b8f89c02e8" providerId="LiveId" clId="{7C444B29-E456-4FBC-88CB-DA246620110C}" dt="2023-09-09T12:38:53.484" v="36" actId="2696"/>
        <pc:sldMkLst>
          <pc:docMk/>
          <pc:sldMk cId="1089724119" sldId="310"/>
        </pc:sldMkLst>
      </pc:sldChg>
      <pc:sldMasterChg chg="delSldLayout">
        <pc:chgData name="alex kr" userId="ebad60b8f89c02e8" providerId="LiveId" clId="{7C444B29-E456-4FBC-88CB-DA246620110C}" dt="2023-09-09T12:38:55.904" v="37" actId="2696"/>
        <pc:sldMasterMkLst>
          <pc:docMk/>
          <pc:sldMasterMk cId="945422031" sldId="2147483660"/>
        </pc:sldMasterMkLst>
        <pc:sldLayoutChg chg="del">
          <pc:chgData name="alex kr" userId="ebad60b8f89c02e8" providerId="LiveId" clId="{7C444B29-E456-4FBC-88CB-DA246620110C}" dt="2023-09-09T12:38:55.904" v="37" actId="2696"/>
          <pc:sldLayoutMkLst>
            <pc:docMk/>
            <pc:sldMasterMk cId="945422031" sldId="2147483660"/>
            <pc:sldLayoutMk cId="1957330770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5D0F51DB-721A-4DDB-B4AF-10F5B677D541}" type="datetimeFigureOut">
              <a:rPr lang="he-IL" smtClean="0"/>
              <a:pPr/>
              <a:t>ל'/תשרי/תשפ"ד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78C70AEC-1BA0-4281-8721-5D6F0BD449BC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7766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F83E7-A828-4E18-9E21-DA925548D1ED}" type="slidenum">
              <a:rPr lang="he-IL" smtClean="0">
                <a:solidFill>
                  <a:prstClr val="black"/>
                </a:solidFill>
              </a:rPr>
              <a:pPr/>
              <a:t>1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3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F83E7-A828-4E18-9E21-DA925548D1ED}" type="slidenum">
              <a:rPr lang="he-IL" smtClean="0">
                <a:solidFill>
                  <a:prstClr val="black"/>
                </a:solidFill>
              </a:rPr>
              <a:pPr/>
              <a:t>2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962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F83E7-A828-4E18-9E21-DA925548D1ED}" type="slidenum">
              <a:rPr lang="he-IL" smtClean="0">
                <a:solidFill>
                  <a:prstClr val="black"/>
                </a:solidFill>
              </a:rPr>
              <a:pPr/>
              <a:t>3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120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F83E7-A828-4E18-9E21-DA925548D1ED}" type="slidenum">
              <a:rPr lang="he-IL" smtClean="0">
                <a:solidFill>
                  <a:prstClr val="black"/>
                </a:solidFill>
              </a:rPr>
              <a:pPr/>
              <a:t>4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49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F83E7-A828-4E18-9E21-DA925548D1ED}" type="slidenum">
              <a:rPr lang="he-IL" smtClean="0">
                <a:solidFill>
                  <a:prstClr val="black"/>
                </a:solidFill>
              </a:rPr>
              <a:pPr/>
              <a:t>5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017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F83E7-A828-4E18-9E21-DA925548D1ED}" type="slidenum">
              <a:rPr lang="he-IL" smtClean="0">
                <a:solidFill>
                  <a:prstClr val="black"/>
                </a:solidFill>
              </a:rPr>
              <a:pPr/>
              <a:t>6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65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F83E7-A828-4E18-9E21-DA925548D1ED}" type="slidenum">
              <a:rPr lang="he-IL" smtClean="0">
                <a:solidFill>
                  <a:prstClr val="black"/>
                </a:solidFill>
              </a:rPr>
              <a:pPr/>
              <a:t>7</a:t>
            </a:fld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92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284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966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723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793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092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793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776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773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866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036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1A7A-B7FC-4E57-80F7-A791901D4587}" type="datetimeFigureOut">
              <a:rPr lang="he-IL" smtClean="0"/>
              <a:t>ל'/תשרי/תשפ"ד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5CD7-CDBA-40F4-8AA1-66DD810C02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6697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ער - מערכת שידורים לאומ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516000" y="2693989"/>
            <a:ext cx="11160000" cy="1470025"/>
          </a:xfrm>
        </p:spPr>
        <p:txBody>
          <a:bodyPr vert="horz" lIns="91440" tIns="45720" rIns="91440" bIns="45720" rtlCol="1" anchor="ctr">
            <a:normAutofit/>
          </a:bodyPr>
          <a:lstStyle>
            <a:lvl1pPr>
              <a:defRPr kumimoji="0" lang="he-IL" sz="6601" b="1" i="0" u="none" strike="noStrike" kern="1200" cap="none" spc="0" normalizeH="0" baseline="0" noProof="0" dirty="0" smtClean="0">
                <a:ln>
                  <a:noFill/>
                </a:ln>
                <a:solidFill>
                  <a:srgbClr val="192A72"/>
                </a:solidFill>
                <a:effectLst/>
                <a:uLnTx/>
                <a:uFillTx/>
                <a:latin typeface="Varela Round" panose="00000500000000000000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670069" y="6569428"/>
            <a:ext cx="2623961" cy="45910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-1488810" y="6304086"/>
            <a:ext cx="3246400" cy="192925"/>
          </a:xfrm>
          <a:prstGeom prst="roundRect">
            <a:avLst>
              <a:gd name="adj" fmla="val 4935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9986482" y="-439221"/>
            <a:ext cx="4205647" cy="63186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9"/>
          <p:cNvSpPr/>
          <p:nvPr userDrawn="1"/>
        </p:nvSpPr>
        <p:spPr>
          <a:xfrm>
            <a:off x="8259471" y="6565100"/>
            <a:ext cx="4434214" cy="79653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pic>
        <p:nvPicPr>
          <p:cNvPr id="12" name="תמונה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r="33511" b="26248"/>
          <a:stretch/>
        </p:blipFill>
        <p:spPr>
          <a:xfrm>
            <a:off x="5445286" y="369916"/>
            <a:ext cx="1301430" cy="15974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2D798A-D3EB-4AD6-BA0D-6AF5A272CB65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1D397-1081-475E-877E-2C0275DD9CD7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C9C924-5BCF-44F6-9D2C-C85E4D329EC9}"/>
              </a:ext>
            </a:extLst>
          </p:cNvPr>
          <p:cNvSpPr/>
          <p:nvPr userDrawn="1"/>
        </p:nvSpPr>
        <p:spPr>
          <a:xfrm rot="5400000">
            <a:off x="10129568" y="1977381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B07856-A797-4811-9A80-36465708097A}"/>
              </a:ext>
            </a:extLst>
          </p:cNvPr>
          <p:cNvSpPr/>
          <p:nvPr userDrawn="1"/>
        </p:nvSpPr>
        <p:spPr>
          <a:xfrm>
            <a:off x="-3261642" y="347118"/>
            <a:ext cx="3246401" cy="730473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128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פרטי השיעור, מקצוע ומור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מעוגל 9"/>
          <p:cNvSpPr/>
          <p:nvPr userDrawn="1"/>
        </p:nvSpPr>
        <p:spPr>
          <a:xfrm>
            <a:off x="212943" y="1396870"/>
            <a:ext cx="14000014" cy="2978963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prstClr val="white"/>
                </a:solidFill>
              </a:rPr>
              <a:t>  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7329949" y="6240593"/>
            <a:ext cx="5333866" cy="55761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501113" y="87232"/>
            <a:ext cx="1428110" cy="322428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8">
            <a:extLst>
              <a:ext uri="{FF2B5EF4-FFF2-40B4-BE49-F238E27FC236}">
                <a16:creationId xmlns:a16="http://schemas.microsoft.com/office/drawing/2014/main" id="{404057E2-9B3D-4075-99B3-75AE757986D1}"/>
              </a:ext>
            </a:extLst>
          </p:cNvPr>
          <p:cNvSpPr/>
          <p:nvPr userDrawn="1"/>
        </p:nvSpPr>
        <p:spPr>
          <a:xfrm>
            <a:off x="10059465" y="87232"/>
            <a:ext cx="2768857" cy="451249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5" name="מלבן מעוגל 7">
            <a:extLst>
              <a:ext uri="{FF2B5EF4-FFF2-40B4-BE49-F238E27FC236}">
                <a16:creationId xmlns:a16="http://schemas.microsoft.com/office/drawing/2014/main" id="{F6801116-CC43-4B2A-8C30-E06B51438E5F}"/>
              </a:ext>
            </a:extLst>
          </p:cNvPr>
          <p:cNvSpPr/>
          <p:nvPr userDrawn="1"/>
        </p:nvSpPr>
        <p:spPr>
          <a:xfrm>
            <a:off x="9066088" y="5930032"/>
            <a:ext cx="5299429" cy="2216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3851AC-7C39-4D24-80F3-E23F47BEFFD4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AEE328-D2C3-444A-8724-BDAF608C4860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6B898-2CF0-49F5-BBD6-BB8ACC47A495}"/>
              </a:ext>
            </a:extLst>
          </p:cNvPr>
          <p:cNvSpPr/>
          <p:nvPr userDrawn="1"/>
        </p:nvSpPr>
        <p:spPr>
          <a:xfrm rot="5400000">
            <a:off x="10107939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EA7E53-F4C8-4E78-8841-55D753889071}"/>
              </a:ext>
            </a:extLst>
          </p:cNvPr>
          <p:cNvSpPr/>
          <p:nvPr userDrawn="1"/>
        </p:nvSpPr>
        <p:spPr>
          <a:xfrm>
            <a:off x="-3246402" y="-426720"/>
            <a:ext cx="3246401" cy="807856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כותרת 1">
            <a:extLst>
              <a:ext uri="{FF2B5EF4-FFF2-40B4-BE49-F238E27FC236}">
                <a16:creationId xmlns:a16="http://schemas.microsoft.com/office/drawing/2014/main" id="{6AF90618-5011-488D-8577-8090B2BE5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00" y="1400768"/>
            <a:ext cx="10800000" cy="1260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6600" b="1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23" name="Google Shape;11;p2">
            <a:extLst>
              <a:ext uri="{FF2B5EF4-FFF2-40B4-BE49-F238E27FC236}">
                <a16:creationId xmlns:a16="http://schemas.microsoft.com/office/drawing/2014/main" id="{60774046-55DB-47C4-8731-49E4A217CD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6000" y="2798300"/>
            <a:ext cx="10800000" cy="720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None/>
              <a:defRPr sz="36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9pPr>
          </a:lstStyle>
          <a:p>
            <a:endParaRPr dirty="0"/>
          </a:p>
        </p:txBody>
      </p:sp>
      <p:sp>
        <p:nvSpPr>
          <p:cNvPr id="24" name="מציין מיקום תוכן 2">
            <a:extLst>
              <a:ext uri="{FF2B5EF4-FFF2-40B4-BE49-F238E27FC236}">
                <a16:creationId xmlns:a16="http://schemas.microsoft.com/office/drawing/2014/main" id="{4EE53297-C04D-4B07-99F8-BCEC4E3B9EB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96000" y="3655832"/>
            <a:ext cx="10800000" cy="720000"/>
          </a:xfrm>
        </p:spPr>
        <p:txBody>
          <a:bodyPr anchor="ctr">
            <a:noAutofit/>
          </a:bodyPr>
          <a:lstStyle>
            <a:lvl1pPr marL="342900" indent="-34290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28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 marL="342900" indent="-34290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32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20" name="מציין מיקום של מספר שקופית 22">
            <a:extLst>
              <a:ext uri="{FF2B5EF4-FFF2-40B4-BE49-F238E27FC236}">
                <a16:creationId xmlns:a16="http://schemas.microsoft.com/office/drawing/2014/main" id="{58C13A1B-004E-44B4-BBDC-E08548A96B81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33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מעוגל 10">
            <a:extLst>
              <a:ext uri="{FF2B5EF4-FFF2-40B4-BE49-F238E27FC236}">
                <a16:creationId xmlns:a16="http://schemas.microsoft.com/office/drawing/2014/main" id="{EAE132D4-D270-4859-A0A8-0EABA938935B}"/>
              </a:ext>
            </a:extLst>
          </p:cNvPr>
          <p:cNvSpPr/>
          <p:nvPr userDrawn="1"/>
        </p:nvSpPr>
        <p:spPr>
          <a:xfrm>
            <a:off x="6581228" y="6447542"/>
            <a:ext cx="5993234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6">
            <a:extLst>
              <a:ext uri="{FF2B5EF4-FFF2-40B4-BE49-F238E27FC236}">
                <a16:creationId xmlns:a16="http://schemas.microsoft.com/office/drawing/2014/main" id="{8A467694-CC08-4C30-BF05-885FCBD4CAB0}"/>
              </a:ext>
            </a:extLst>
          </p:cNvPr>
          <p:cNvSpPr/>
          <p:nvPr userDrawn="1"/>
        </p:nvSpPr>
        <p:spPr>
          <a:xfrm>
            <a:off x="9704146" y="5381191"/>
            <a:ext cx="3496396" cy="442359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515273" y="998859"/>
            <a:ext cx="11161453" cy="4062435"/>
          </a:xfrm>
        </p:spPr>
        <p:txBody>
          <a:bodyPr>
            <a:normAutofit/>
          </a:bodyPr>
          <a:lstStyle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2950" lvl="1" indent="-28575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206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-1226982" y="101748"/>
            <a:ext cx="2160598" cy="21681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2054055" y="390797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53219EEB-A406-4AC2-B87E-54A955D7D483}"/>
              </a:ext>
            </a:extLst>
          </p:cNvPr>
          <p:cNvSpPr/>
          <p:nvPr userDrawn="1"/>
        </p:nvSpPr>
        <p:spPr>
          <a:xfrm>
            <a:off x="7978665" y="5944772"/>
            <a:ext cx="4766811" cy="38154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BA376-F667-4A43-9264-CB356AE2FBF1}"/>
              </a:ext>
            </a:extLst>
          </p:cNvPr>
          <p:cNvSpPr/>
          <p:nvPr userDrawn="1"/>
        </p:nvSpPr>
        <p:spPr>
          <a:xfrm rot="5400000">
            <a:off x="9936561" y="2157343"/>
            <a:ext cx="735717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CE73A552-D52C-4EE0-9E7A-557CEB6CE479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208D21-C13C-48D3-8634-05FCD1520B3D}"/>
              </a:ext>
            </a:extLst>
          </p:cNvPr>
          <p:cNvSpPr/>
          <p:nvPr userDrawn="1"/>
        </p:nvSpPr>
        <p:spPr>
          <a:xfrm>
            <a:off x="5903744" y="6876112"/>
            <a:ext cx="6894095" cy="14933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FFA872-60FE-48B4-B509-3F90F2F53575}"/>
              </a:ext>
            </a:extLst>
          </p:cNvPr>
          <p:cNvSpPr/>
          <p:nvPr userDrawn="1"/>
        </p:nvSpPr>
        <p:spPr>
          <a:xfrm>
            <a:off x="-2191928" y="-31850"/>
            <a:ext cx="2165034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464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368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515273" y="1024128"/>
            <a:ext cx="11161453" cy="45720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3000" b="1">
                <a:solidFill>
                  <a:srgbClr val="12B4BC"/>
                </a:solidFill>
                <a:latin typeface="Varela Round" pitchFamily="2" charset="-79"/>
                <a:cs typeface="Varela Round" panose="00000500000000000000" pitchFamily="2" charset="-79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515273" y="1567973"/>
            <a:ext cx="11161453" cy="3522187"/>
          </a:xfrm>
        </p:spPr>
        <p:txBody>
          <a:bodyPr>
            <a:normAutofit/>
          </a:bodyPr>
          <a:lstStyle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2950" lvl="1" indent="-28575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-1377633" y="110284"/>
            <a:ext cx="2105524" cy="21681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1729189" y="435139"/>
            <a:ext cx="2615798" cy="32187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8A91BCC4-EC47-43E2-9595-B89F757E1A7A}"/>
              </a:ext>
            </a:extLst>
          </p:cNvPr>
          <p:cNvSpPr/>
          <p:nvPr userDrawn="1"/>
        </p:nvSpPr>
        <p:spPr>
          <a:xfrm>
            <a:off x="9323387" y="5555326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מלבן מעוגל 10">
            <a:extLst>
              <a:ext uri="{FF2B5EF4-FFF2-40B4-BE49-F238E27FC236}">
                <a16:creationId xmlns:a16="http://schemas.microsoft.com/office/drawing/2014/main" id="{238EE3F7-5012-4191-9ABD-A8E69370622E}"/>
              </a:ext>
            </a:extLst>
          </p:cNvPr>
          <p:cNvSpPr/>
          <p:nvPr userDrawn="1"/>
        </p:nvSpPr>
        <p:spPr>
          <a:xfrm>
            <a:off x="8679109" y="6024163"/>
            <a:ext cx="4127100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31BF6EDC-D21A-4961-802C-6C57056DED88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4" name="מלבן מעוגל 6">
            <a:extLst>
              <a:ext uri="{FF2B5EF4-FFF2-40B4-BE49-F238E27FC236}">
                <a16:creationId xmlns:a16="http://schemas.microsoft.com/office/drawing/2014/main" id="{09765D6C-4312-45BD-AEDC-93B641915820}"/>
              </a:ext>
            </a:extLst>
          </p:cNvPr>
          <p:cNvSpPr/>
          <p:nvPr userDrawn="1"/>
        </p:nvSpPr>
        <p:spPr>
          <a:xfrm>
            <a:off x="11005702" y="5213334"/>
            <a:ext cx="2372591" cy="25130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EF58C-1955-4299-80B8-7931E9453E0B}"/>
              </a:ext>
            </a:extLst>
          </p:cNvPr>
          <p:cNvSpPr/>
          <p:nvPr userDrawn="1"/>
        </p:nvSpPr>
        <p:spPr>
          <a:xfrm rot="5400000">
            <a:off x="10107939" y="1954539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CE651A-F01C-47F6-93CB-FED077AFFFB4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656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 פריסה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2134"/>
            <a:ext cx="9802368" cy="720000"/>
          </a:xfrm>
        </p:spPr>
        <p:txBody>
          <a:bodyPr lIns="36000" tIns="0" rIns="36000" bIns="0">
            <a:noAutofit/>
          </a:bodyPr>
          <a:lstStyle>
            <a:lvl1pPr marL="0" indent="0">
              <a:tabLst>
                <a:tab pos="11659766" algn="l"/>
              </a:tabLst>
              <a:defRPr sz="44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</a:lstStyle>
          <a:p>
            <a:r>
              <a:rPr lang="he-IL" dirty="0"/>
              <a:t>לחץ כדי לערוך סגנון כותרת של תבנית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049185"/>
            <a:ext cx="8031962" cy="461155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234936" y="5807316"/>
            <a:ext cx="476619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11218431" y="239177"/>
            <a:ext cx="1706880" cy="45839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-388620" y="6235866"/>
            <a:ext cx="7724431" cy="67454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6E834-92B3-4A32-920C-9FA2D6987411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60292-D9F7-4A35-9D0A-68A9095BDE1E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3CA14-A360-48A3-A071-94DFC2B62EDC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36A81-6863-4B7C-BB9A-6F6DBBAB87E2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6A93F88D-0694-4107-9D3A-245864065D84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8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8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694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בלבד פריסה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368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11497481" y="487099"/>
            <a:ext cx="1576672" cy="289443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11150538" y="127099"/>
            <a:ext cx="1879662" cy="28944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לבן מעוגל 6">
            <a:extLst>
              <a:ext uri="{FF2B5EF4-FFF2-40B4-BE49-F238E27FC236}">
                <a16:creationId xmlns:a16="http://schemas.microsoft.com/office/drawing/2014/main" id="{469E9F25-935E-4A65-8AF2-C1B8F105C612}"/>
              </a:ext>
            </a:extLst>
          </p:cNvPr>
          <p:cNvSpPr/>
          <p:nvPr userDrawn="1"/>
        </p:nvSpPr>
        <p:spPr>
          <a:xfrm>
            <a:off x="-487680" y="5923581"/>
            <a:ext cx="3133018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10">
            <a:extLst>
              <a:ext uri="{FF2B5EF4-FFF2-40B4-BE49-F238E27FC236}">
                <a16:creationId xmlns:a16="http://schemas.microsoft.com/office/drawing/2014/main" id="{DD33049F-8FB3-46DC-B84B-8E763BCBCAC1}"/>
              </a:ext>
            </a:extLst>
          </p:cNvPr>
          <p:cNvSpPr/>
          <p:nvPr userDrawn="1"/>
        </p:nvSpPr>
        <p:spPr>
          <a:xfrm>
            <a:off x="-976438" y="6359813"/>
            <a:ext cx="7301038" cy="65808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61EC8D2-662F-4FBE-BF29-06100D51DE7E}"/>
              </a:ext>
            </a:extLst>
          </p:cNvPr>
          <p:cNvSpPr/>
          <p:nvPr userDrawn="1"/>
        </p:nvSpPr>
        <p:spPr>
          <a:xfrm rot="5400000">
            <a:off x="9360283" y="2733622"/>
            <a:ext cx="6987520" cy="1297194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מציין מיקום של מספר שקופית 22">
            <a:extLst>
              <a:ext uri="{FF2B5EF4-FFF2-40B4-BE49-F238E27FC236}">
                <a16:creationId xmlns:a16="http://schemas.microsoft.com/office/drawing/2014/main" id="{23075256-456E-41D8-BDFD-8C3A8EA654D2}"/>
              </a:ext>
            </a:extLst>
          </p:cNvPr>
          <p:cNvSpPr txBox="1">
            <a:spLocks/>
          </p:cNvSpPr>
          <p:nvPr userDrawn="1"/>
        </p:nvSpPr>
        <p:spPr>
          <a:xfrm>
            <a:off x="-131730" y="6361368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8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85000"/>
                </a:prst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B42163-9C8B-4AEB-9C50-F5529BD5C36B}"/>
              </a:ext>
            </a:extLst>
          </p:cNvPr>
          <p:cNvSpPr/>
          <p:nvPr userDrawn="1"/>
        </p:nvSpPr>
        <p:spPr>
          <a:xfrm rot="16200000">
            <a:off x="5821949" y="1027133"/>
            <a:ext cx="521207" cy="12218895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26CB3A-BCA5-4171-BE99-1D6F46911786}"/>
              </a:ext>
            </a:extLst>
          </p:cNvPr>
          <p:cNvSpPr/>
          <p:nvPr userDrawn="1"/>
        </p:nvSpPr>
        <p:spPr>
          <a:xfrm rot="5400000">
            <a:off x="5683838" y="-6805249"/>
            <a:ext cx="947627" cy="1263971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64ABF-EE59-4E45-BC5F-A3665732FD21}"/>
              </a:ext>
            </a:extLst>
          </p:cNvPr>
          <p:cNvSpPr/>
          <p:nvPr userDrawn="1"/>
        </p:nvSpPr>
        <p:spPr>
          <a:xfrm>
            <a:off x="-2001567" y="-416688"/>
            <a:ext cx="1974672" cy="806853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96A93-68B7-48E8-8354-9EAE3F818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1578" y="1212161"/>
            <a:ext cx="7885112" cy="40909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0517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מעוגל 8">
            <a:extLst>
              <a:ext uri="{FF2B5EF4-FFF2-40B4-BE49-F238E27FC236}">
                <a16:creationId xmlns:a16="http://schemas.microsoft.com/office/drawing/2014/main" id="{820BD794-101C-426F-8015-9C33A0E995FA}"/>
              </a:ext>
            </a:extLst>
          </p:cNvPr>
          <p:cNvSpPr/>
          <p:nvPr userDrawn="1"/>
        </p:nvSpPr>
        <p:spPr>
          <a:xfrm>
            <a:off x="-2429707" y="195047"/>
            <a:ext cx="2969302" cy="24759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6926" y="155448"/>
            <a:ext cx="9802368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 marL="0" marR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026926" y="1025601"/>
            <a:ext cx="9802368" cy="431447"/>
          </a:xfrm>
        </p:spPr>
        <p:txBody>
          <a:bodyPr anchor="ctr">
            <a:noAutofit/>
          </a:bodyPr>
          <a:lstStyle>
            <a:lvl1pPr marL="185757" indent="0" algn="r">
              <a:buNone/>
              <a:defRPr sz="3000" b="1">
                <a:solidFill>
                  <a:srgbClr val="12B4BC"/>
                </a:solidFill>
                <a:latin typeface="Varela Round" pitchFamily="2" charset="-79"/>
                <a:cs typeface="Varela Round" pitchFamily="2" charset="-79"/>
              </a:defRPr>
            </a:lvl1pPr>
            <a:lvl2pPr marL="457246" indent="0">
              <a:buNone/>
              <a:defRPr sz="2000" b="1"/>
            </a:lvl2pPr>
            <a:lvl3pPr marL="914491" indent="0">
              <a:buNone/>
              <a:defRPr sz="1800" b="1"/>
            </a:lvl3pPr>
            <a:lvl4pPr marL="1371737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9" indent="0">
              <a:buNone/>
              <a:defRPr sz="1600" b="1"/>
            </a:lvl6pPr>
            <a:lvl7pPr marL="2743474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026927" y="1710442"/>
            <a:ext cx="8212766" cy="4152517"/>
          </a:xfrm>
        </p:spPr>
        <p:txBody>
          <a:bodyPr>
            <a:normAutofit/>
          </a:bodyPr>
          <a:lstStyle>
            <a:lvl1pPr marL="439782" indent="-34293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34" lvl="0" indent="-342934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3024" lvl="1" indent="-285779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8" name="מלבן מעוגל 6">
            <a:extLst>
              <a:ext uri="{FF2B5EF4-FFF2-40B4-BE49-F238E27FC236}">
                <a16:creationId xmlns:a16="http://schemas.microsoft.com/office/drawing/2014/main" id="{E6F50987-5C32-40D2-A5FB-79D9E0819C00}"/>
              </a:ext>
            </a:extLst>
          </p:cNvPr>
          <p:cNvSpPr/>
          <p:nvPr userDrawn="1"/>
        </p:nvSpPr>
        <p:spPr>
          <a:xfrm>
            <a:off x="9974795" y="5878199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2017472" y="518276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10">
            <a:extLst>
              <a:ext uri="{FF2B5EF4-FFF2-40B4-BE49-F238E27FC236}">
                <a16:creationId xmlns:a16="http://schemas.microsoft.com/office/drawing/2014/main" id="{1C8AF664-98DE-433F-9B61-94366E98BCDF}"/>
              </a:ext>
            </a:extLst>
          </p:cNvPr>
          <p:cNvSpPr/>
          <p:nvPr userDrawn="1"/>
        </p:nvSpPr>
        <p:spPr>
          <a:xfrm>
            <a:off x="8144699" y="6307826"/>
            <a:ext cx="5175721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84947B-AFA4-410D-A793-689C573D144E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4F41F-EAD8-495C-A662-C4F40F404DB3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A1181A-6B49-4EE5-AE44-1B5B124FA758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13178B-7D7E-4A10-9724-453DF758F663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מציין מיקום של מספר שקופית 22">
            <a:extLst>
              <a:ext uri="{FF2B5EF4-FFF2-40B4-BE49-F238E27FC236}">
                <a16:creationId xmlns:a16="http://schemas.microsoft.com/office/drawing/2014/main" id="{7947FE0C-D7CF-4209-91A5-93564F2C3543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154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וידאו על מסך מל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מעוגל 7"/>
          <p:cNvSpPr/>
          <p:nvPr userDrawn="1"/>
        </p:nvSpPr>
        <p:spPr>
          <a:xfrm>
            <a:off x="8667715" y="-161750"/>
            <a:ext cx="5300119" cy="38235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4" name="מציין מיקום של מדיה 3">
            <a:extLst>
              <a:ext uri="{FF2B5EF4-FFF2-40B4-BE49-F238E27FC236}">
                <a16:creationId xmlns:a16="http://schemas.microsoft.com/office/drawing/2014/main" id="{DD834E78-91D0-4CCC-9C3F-C5C504CFBE13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363416" y="639717"/>
            <a:ext cx="11465168" cy="61229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מיועד לסרטים</a:t>
            </a:r>
          </a:p>
        </p:txBody>
      </p:sp>
      <p:sp>
        <p:nvSpPr>
          <p:cNvPr id="11" name="מציין מיקום תוכן 10">
            <a:extLst>
              <a:ext uri="{FF2B5EF4-FFF2-40B4-BE49-F238E27FC236}">
                <a16:creationId xmlns:a16="http://schemas.microsoft.com/office/drawing/2014/main" id="{2A86C914-3EB6-4303-93FB-203A29FA2E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16" y="95349"/>
            <a:ext cx="8074879" cy="400050"/>
          </a:xfr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226196-3340-4F6C-9B09-34934599BAD7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91965B-48C3-4AD9-9066-E67195630BFD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B16E1-D93B-440E-81F5-6366FDB428B8}"/>
              </a:ext>
            </a:extLst>
          </p:cNvPr>
          <p:cNvSpPr/>
          <p:nvPr userDrawn="1"/>
        </p:nvSpPr>
        <p:spPr>
          <a:xfrm rot="5400000">
            <a:off x="10129568" y="1977381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20DF7-29CF-4A0A-BC0A-7568981BF8AD}"/>
              </a:ext>
            </a:extLst>
          </p:cNvPr>
          <p:cNvSpPr/>
          <p:nvPr userDrawn="1"/>
        </p:nvSpPr>
        <p:spPr>
          <a:xfrm>
            <a:off x="-3948180" y="347118"/>
            <a:ext cx="3246401" cy="730473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F0C566-C47D-446F-9E8E-EC9B0F5F1BF0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63A8D2-0547-47E3-84C0-5D60CFDB7CB1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104F3-C98B-4790-842F-F7B1B2FBDE13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7C576E-38DA-426A-9C16-921DE9A0835B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מציין מיקום של מספר שקופית 22">
            <a:extLst>
              <a:ext uri="{FF2B5EF4-FFF2-40B4-BE49-F238E27FC236}">
                <a16:creationId xmlns:a16="http://schemas.microsoft.com/office/drawing/2014/main" id="{5F1A13CD-CEB6-4958-B99A-46020ADA9375}"/>
              </a:ext>
            </a:extLst>
          </p:cNvPr>
          <p:cNvSpPr txBox="1">
            <a:spLocks/>
          </p:cNvSpPr>
          <p:nvPr userDrawn="1"/>
        </p:nvSpPr>
        <p:spPr>
          <a:xfrm>
            <a:off x="-231414" y="6409126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6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6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2698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ראשית ושתי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FEA3643-4251-43C2-A891-4C9664978E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360" y="1310640"/>
            <a:ext cx="4511040" cy="42672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כותרת 1">
            <a:extLst>
              <a:ext uri="{FF2B5EF4-FFF2-40B4-BE49-F238E27FC236}">
                <a16:creationId xmlns:a16="http://schemas.microsoft.com/office/drawing/2014/main" id="{C304FB8B-5E14-469F-8BA4-BF0F011B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926" y="155448"/>
            <a:ext cx="9802368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 marL="0" marR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8">
            <a:extLst>
              <a:ext uri="{FF2B5EF4-FFF2-40B4-BE49-F238E27FC236}">
                <a16:creationId xmlns:a16="http://schemas.microsoft.com/office/drawing/2014/main" id="{B712628B-0991-4441-8324-4563256F9B32}"/>
              </a:ext>
            </a:extLst>
          </p:cNvPr>
          <p:cNvSpPr/>
          <p:nvPr userDrawn="1"/>
        </p:nvSpPr>
        <p:spPr>
          <a:xfrm>
            <a:off x="-2429707" y="195047"/>
            <a:ext cx="2969302" cy="24759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26E72AF6-8AD0-4AAD-B906-30424D022CD1}"/>
              </a:ext>
            </a:extLst>
          </p:cNvPr>
          <p:cNvSpPr/>
          <p:nvPr userDrawn="1"/>
        </p:nvSpPr>
        <p:spPr>
          <a:xfrm>
            <a:off x="9974795" y="5878199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1" name="מלבן מעוגל 8">
            <a:extLst>
              <a:ext uri="{FF2B5EF4-FFF2-40B4-BE49-F238E27FC236}">
                <a16:creationId xmlns:a16="http://schemas.microsoft.com/office/drawing/2014/main" id="{68D073A7-D8C0-45AA-A5E4-B6122A52E8F5}"/>
              </a:ext>
            </a:extLst>
          </p:cNvPr>
          <p:cNvSpPr/>
          <p:nvPr userDrawn="1"/>
        </p:nvSpPr>
        <p:spPr>
          <a:xfrm>
            <a:off x="-2017472" y="518276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2" name="מלבן מעוגל 10">
            <a:extLst>
              <a:ext uri="{FF2B5EF4-FFF2-40B4-BE49-F238E27FC236}">
                <a16:creationId xmlns:a16="http://schemas.microsoft.com/office/drawing/2014/main" id="{DF89C8AF-9EDF-46EF-BAB7-2D35F683552B}"/>
              </a:ext>
            </a:extLst>
          </p:cNvPr>
          <p:cNvSpPr/>
          <p:nvPr userDrawn="1"/>
        </p:nvSpPr>
        <p:spPr>
          <a:xfrm>
            <a:off x="8144699" y="6307826"/>
            <a:ext cx="5175721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52FC1393-B378-4A8A-8716-61E038E3D6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2315" y="1310640"/>
            <a:ext cx="4511040" cy="42672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A01DEB-EE2D-463E-B92D-20469AC2DACB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DC8B5D-6FF7-4E76-819C-95A4A6017B9C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0F30E8-13B7-4C55-A126-67529F765268}"/>
              </a:ext>
            </a:extLst>
          </p:cNvPr>
          <p:cNvSpPr/>
          <p:nvPr userDrawn="1"/>
        </p:nvSpPr>
        <p:spPr>
          <a:xfrm rot="5400000">
            <a:off x="10092700" y="2084060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D38CE-7F73-4533-B25A-F628D3EBA7C1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892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8216-0BA6-43E6-BC7E-F55B8D210304}" type="datetimeFigureOut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ל'/תשרי/תשפ"ד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920A-0684-464C-B81C-47D21E8E7C87}" type="slidenum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‹#›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93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C0021A7A-B7FC-4E57-80F7-A791901D4587}" type="datetimeFigureOut">
              <a:rPr lang="he-IL" smtClean="0"/>
              <a:pPr/>
              <a:t>ל'/תשרי/תשפ"ד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75FB5CD7-CDBA-40F4-8AA1-66DD810C02FD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0618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arela Round" panose="00000500000000000000" pitchFamily="2" charset="-79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rela Round" panose="00000500000000000000" pitchFamily="2" charset="-79"/>
          <a:ea typeface="+mn-ea"/>
          <a:cs typeface="Varela Round" panose="00000500000000000000" pitchFamily="2" charset="-79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F552B-607E-4869-A917-C44959BDCB12}" type="datetimeFigureOut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ל'/תשרי/תשפ"ד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78A40-4CDB-4A89-A7AB-ED0E5AEAC786}" type="slidenum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‹#›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1A36FD-4A58-4EC2-B769-2CB4558CD860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89C66-91F2-409B-AE3C-970820728814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AF9B00-5AF6-47AB-81E5-2BE048851E3E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C55C6-DFDE-44BF-BB37-E582014C2D44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42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ctr" defTabSz="914491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34" indent="-342934" algn="r" defTabSz="914491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3024" indent="-285779" algn="r" defTabSz="914491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14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60" indent="-228623" algn="r" defTabSz="914491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06" indent="-228623" algn="r" defTabSz="914491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51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7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9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28C1D-A17F-43C3-894B-39D305E9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</a:t>
            </a:r>
          </a:p>
        </p:txBody>
      </p:sp>
      <p:sp>
        <p:nvSpPr>
          <p:cNvPr id="8" name="מציין מיקום טקסט 13">
            <a:extLst>
              <a:ext uri="{FF2B5EF4-FFF2-40B4-BE49-F238E27FC236}">
                <a16:creationId xmlns:a16="http://schemas.microsoft.com/office/drawing/2014/main" id="{5F073F6F-B06E-4677-A445-F6E702C2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מבנה של תנאי </a:t>
            </a:r>
            <a:r>
              <a:rPr lang="he-IL" dirty="0" err="1"/>
              <a:t>בפייתון</a:t>
            </a:r>
            <a:endParaRPr lang="he-IL" dirty="0"/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976EFD1C-2C83-406B-A4FA-8AEE22957B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e-IL" sz="3200" b="1" dirty="0"/>
              <a:t>כדי לערוך השוואות אנו משתמשים בתנאים לדוגמה:</a:t>
            </a:r>
          </a:p>
          <a:p>
            <a:pPr marL="0" indent="0" algn="l" rtl="0">
              <a:buNone/>
            </a:pPr>
            <a:r>
              <a:rPr lang="en-US" sz="3200" dirty="0"/>
              <a:t>…</a:t>
            </a:r>
            <a:endParaRPr lang="he-IL" sz="3200" dirty="0"/>
          </a:p>
          <a:p>
            <a:pPr marL="0" indent="0" algn="l" rtl="0">
              <a:buNone/>
            </a:pPr>
            <a:endParaRPr lang="en-US" sz="3200" dirty="0"/>
          </a:p>
          <a:p>
            <a:pPr marL="0" indent="0" algn="l" rtl="0">
              <a:buNone/>
            </a:pPr>
            <a:endParaRPr lang="en-US" sz="3200" dirty="0"/>
          </a:p>
          <a:p>
            <a:pPr marL="0" indent="0" algn="l" rtl="0">
              <a:buNone/>
            </a:pPr>
            <a:endParaRPr lang="en-US" sz="3200" dirty="0"/>
          </a:p>
          <a:p>
            <a:pPr marL="0" indent="0" algn="l" rtl="0">
              <a:buNone/>
            </a:pPr>
            <a:r>
              <a:rPr lang="en-US" sz="3200" dirty="0"/>
              <a:t>…</a:t>
            </a:r>
            <a:endParaRPr lang="he-IL" sz="3200" dirty="0"/>
          </a:p>
        </p:txBody>
      </p:sp>
      <p:sp>
        <p:nvSpPr>
          <p:cNvPr id="3" name="מלבן 2"/>
          <p:cNvSpPr/>
          <p:nvPr/>
        </p:nvSpPr>
        <p:spPr>
          <a:xfrm>
            <a:off x="606785" y="3089381"/>
            <a:ext cx="75922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If (memory &gt; </a:t>
            </a:r>
            <a:r>
              <a:rPr lang="en-US" sz="3600" dirty="0">
                <a:solidFill>
                  <a:srgbClr val="A31515"/>
                </a:solidFill>
                <a:latin typeface="Varela Round" panose="00000500000000000000" pitchFamily="2" charset="-79"/>
              </a:rPr>
              <a:t>"2"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/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600" dirty="0">
                <a:solidFill>
                  <a:srgbClr val="A31515"/>
                </a:solidFill>
                <a:latin typeface="Varela Round" panose="00000500000000000000" pitchFamily="2" charset="-79"/>
              </a:rPr>
              <a:t>"Excellent phone"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861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28C1D-A17F-43C3-894B-39D305E9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</a:t>
            </a:r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976EFD1C-2C83-406B-A4FA-8AEE22957B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endParaRPr lang="he-IL" sz="6000" b="1" dirty="0"/>
          </a:p>
          <a:p>
            <a:pPr marL="0" indent="0" algn="ctr">
              <a:buNone/>
            </a:pPr>
            <a:r>
              <a:rPr lang="he-IL" sz="6000" b="1" dirty="0"/>
              <a:t>ראינו מה קורה </a:t>
            </a:r>
            <a:r>
              <a:rPr lang="he-IL" sz="6000" b="1" dirty="0">
                <a:solidFill>
                  <a:srgbClr val="12B4BC"/>
                </a:solidFill>
              </a:rPr>
              <a:t>אם </a:t>
            </a:r>
            <a:r>
              <a:rPr lang="he-IL" sz="6000" b="1" dirty="0">
                <a:solidFill>
                  <a:srgbClr val="FF0000"/>
                </a:solidFill>
              </a:rPr>
              <a:t>אמת </a:t>
            </a:r>
            <a:r>
              <a:rPr lang="en-US" sz="6000" b="1" dirty="0">
                <a:solidFill>
                  <a:srgbClr val="FF0000"/>
                </a:solidFill>
              </a:rPr>
              <a:t>True</a:t>
            </a:r>
            <a:endParaRPr lang="he-IL" sz="60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he-IL" sz="6000" b="1" dirty="0"/>
          </a:p>
          <a:p>
            <a:pPr marL="0" indent="0" algn="ctr">
              <a:buNone/>
            </a:pPr>
            <a:r>
              <a:rPr lang="he-IL" sz="6000" b="1" dirty="0"/>
              <a:t>אבל במקרה של </a:t>
            </a:r>
            <a:r>
              <a:rPr lang="he-IL" sz="6000" b="1" dirty="0">
                <a:solidFill>
                  <a:srgbClr val="FF0000"/>
                </a:solidFill>
              </a:rPr>
              <a:t>שקר</a:t>
            </a:r>
            <a:r>
              <a:rPr lang="he-IL" sz="6000" b="1" dirty="0"/>
              <a:t> </a:t>
            </a:r>
            <a:r>
              <a:rPr lang="en-US" sz="6000" b="1" dirty="0">
                <a:solidFill>
                  <a:srgbClr val="FF0000"/>
                </a:solidFill>
              </a:rPr>
              <a:t>F</a:t>
            </a:r>
            <a:r>
              <a:rPr lang="he-IL" sz="6000" b="1" dirty="0" err="1">
                <a:solidFill>
                  <a:srgbClr val="FF0000"/>
                </a:solidFill>
              </a:rPr>
              <a:t>alse</a:t>
            </a:r>
            <a:r>
              <a:rPr lang="he-IL" sz="6000" b="1" dirty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endParaRPr lang="he-IL" sz="6000" b="1" dirty="0"/>
          </a:p>
          <a:p>
            <a:pPr marL="0" indent="0" algn="ctr">
              <a:buNone/>
            </a:pPr>
            <a:r>
              <a:rPr lang="he-IL" sz="6000" b="1" dirty="0"/>
              <a:t>מה עושים?</a:t>
            </a:r>
          </a:p>
        </p:txBody>
      </p:sp>
    </p:spTree>
    <p:extLst>
      <p:ext uri="{BB962C8B-B14F-4D97-AF65-F5344CB8AC3E}">
        <p14:creationId xmlns:p14="http://schemas.microsoft.com/office/powerpoint/2010/main" val="4142733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28C1D-A17F-43C3-894B-39D305E9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</a:t>
            </a:r>
          </a:p>
        </p:txBody>
      </p:sp>
      <p:sp>
        <p:nvSpPr>
          <p:cNvPr id="8" name="מציין מיקום טקסט 13">
            <a:extLst>
              <a:ext uri="{FF2B5EF4-FFF2-40B4-BE49-F238E27FC236}">
                <a16:creationId xmlns:a16="http://schemas.microsoft.com/office/drawing/2014/main" id="{5F073F6F-B06E-4677-A445-F6E702C2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מבנה של תנאי </a:t>
            </a:r>
            <a:r>
              <a:rPr lang="he-IL" dirty="0" err="1"/>
              <a:t>בפייתון</a:t>
            </a:r>
            <a:endParaRPr lang="he-IL" dirty="0"/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976EFD1C-2C83-406B-A4FA-8AEE22957B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e-IL" sz="3200" b="1" dirty="0"/>
              <a:t>דוגמה:</a:t>
            </a:r>
          </a:p>
        </p:txBody>
      </p:sp>
      <p:sp>
        <p:nvSpPr>
          <p:cNvPr id="3" name="מלבן 2"/>
          <p:cNvSpPr/>
          <p:nvPr/>
        </p:nvSpPr>
        <p:spPr>
          <a:xfrm>
            <a:off x="7513649" y="2845611"/>
            <a:ext cx="3702660" cy="1754326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/>
            <a:endParaRPr lang="en-US" dirty="0">
              <a:solidFill>
                <a:srgbClr val="002060"/>
              </a:solidFill>
            </a:endParaRPr>
          </a:p>
          <a:p>
            <a:pPr algn="l" rtl="0"/>
            <a:endParaRPr lang="en-US" dirty="0">
              <a:solidFill>
                <a:srgbClr val="002060"/>
              </a:solidFill>
            </a:endParaRPr>
          </a:p>
          <a:p>
            <a:pPr algn="l" rtl="0"/>
            <a:endParaRPr lang="en-US" dirty="0">
              <a:solidFill>
                <a:srgbClr val="002060"/>
              </a:solidFill>
            </a:endParaRPr>
          </a:p>
          <a:p>
            <a:pPr algn="l" rtl="0"/>
            <a:endParaRPr lang="en-US" dirty="0">
              <a:solidFill>
                <a:srgbClr val="002060"/>
              </a:solidFill>
            </a:endParaRPr>
          </a:p>
          <a:p>
            <a:pPr algn="l" rtl="0"/>
            <a:endParaRPr lang="en-US" dirty="0">
              <a:solidFill>
                <a:srgbClr val="002060"/>
              </a:solidFill>
            </a:endParaRPr>
          </a:p>
          <a:p>
            <a:pPr algn="l" rtl="0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1811559" y="2476279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10" name="חץ: למטה 13">
            <a:extLst>
              <a:ext uri="{FF2B5EF4-FFF2-40B4-BE49-F238E27FC236}">
                <a16:creationId xmlns:a16="http://schemas.microsoft.com/office/drawing/2014/main" id="{B57F5EA7-740D-47A0-B4D2-2B70E65A3626}"/>
              </a:ext>
            </a:extLst>
          </p:cNvPr>
          <p:cNvSpPr/>
          <p:nvPr/>
        </p:nvSpPr>
        <p:spPr>
          <a:xfrm rot="5400000">
            <a:off x="5818908" y="3040542"/>
            <a:ext cx="554182" cy="951346"/>
          </a:xfrm>
          <a:prstGeom prst="downArrow">
            <a:avLst>
              <a:gd name="adj1" fmla="val 50000"/>
              <a:gd name="adj2" fmla="val 8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709341" y="2191893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x=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if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(x &gt;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"Positive"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else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"Negative"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  <p:sp>
        <p:nvSpPr>
          <p:cNvPr id="6" name="מלבן 5"/>
          <p:cNvSpPr/>
          <p:nvPr/>
        </p:nvSpPr>
        <p:spPr>
          <a:xfrm>
            <a:off x="7874160" y="2935553"/>
            <a:ext cx="28773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X=</a:t>
            </a:r>
            <a:r>
              <a:rPr lang="en-US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endParaRPr lang="en-US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If (</a:t>
            </a:r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True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"Positive"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else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"Negative"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326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28C1D-A17F-43C3-894B-39D305E9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</a:t>
            </a:r>
          </a:p>
        </p:txBody>
      </p:sp>
      <p:sp>
        <p:nvSpPr>
          <p:cNvPr id="8" name="מציין מיקום טקסט 13">
            <a:extLst>
              <a:ext uri="{FF2B5EF4-FFF2-40B4-BE49-F238E27FC236}">
                <a16:creationId xmlns:a16="http://schemas.microsoft.com/office/drawing/2014/main" id="{5F073F6F-B06E-4677-A445-F6E702C2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מבנה של תנאי </a:t>
            </a:r>
            <a:r>
              <a:rPr lang="he-IL" dirty="0" err="1"/>
              <a:t>בפייתון</a:t>
            </a:r>
            <a:endParaRPr lang="he-IL" dirty="0"/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976EFD1C-2C83-406B-A4FA-8AEE22957B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e-IL" sz="3200" b="1" dirty="0"/>
              <a:t>דוגמה:</a:t>
            </a:r>
          </a:p>
        </p:txBody>
      </p:sp>
      <p:sp>
        <p:nvSpPr>
          <p:cNvPr id="3" name="מלבן 2"/>
          <p:cNvSpPr/>
          <p:nvPr/>
        </p:nvSpPr>
        <p:spPr>
          <a:xfrm>
            <a:off x="7413260" y="2443282"/>
            <a:ext cx="2743059" cy="2646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600" b="1" dirty="0">
                <a:solidFill>
                  <a:srgbClr val="002060"/>
                </a:solidFill>
              </a:rPr>
              <a:t>==</a:t>
            </a:r>
            <a:endParaRPr lang="he-IL" sz="16600" b="1" dirty="0">
              <a:solidFill>
                <a:srgbClr val="002060"/>
              </a:solidFill>
            </a:endParaRPr>
          </a:p>
        </p:txBody>
      </p:sp>
      <p:sp>
        <p:nvSpPr>
          <p:cNvPr id="11" name="מלבן 10"/>
          <p:cNvSpPr/>
          <p:nvPr/>
        </p:nvSpPr>
        <p:spPr>
          <a:xfrm>
            <a:off x="1673701" y="2476279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12" name="חץ: למטה 13">
            <a:extLst>
              <a:ext uri="{FF2B5EF4-FFF2-40B4-BE49-F238E27FC236}">
                <a16:creationId xmlns:a16="http://schemas.microsoft.com/office/drawing/2014/main" id="{B57F5EA7-740D-47A0-B4D2-2B70E65A3626}"/>
              </a:ext>
            </a:extLst>
          </p:cNvPr>
          <p:cNvSpPr/>
          <p:nvPr/>
        </p:nvSpPr>
        <p:spPr>
          <a:xfrm rot="5400000">
            <a:off x="5172548" y="3950912"/>
            <a:ext cx="554182" cy="951346"/>
          </a:xfrm>
          <a:prstGeom prst="downArrow">
            <a:avLst>
              <a:gd name="adj1" fmla="val 50000"/>
              <a:gd name="adj2" fmla="val 8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475672" y="2149131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x=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2060">
                    <a:lumMod val="75000"/>
                    <a:lumOff val="25000"/>
                  </a:srgbClr>
                </a:solidFill>
                <a:latin typeface="Varela Round" panose="00000500000000000000" pitchFamily="2" charset="-79"/>
              </a:rPr>
              <a:t>if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(x ==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"OK"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else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"OOOOPS"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420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28C1D-A17F-43C3-894B-39D305E9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</a:t>
            </a:r>
          </a:p>
        </p:txBody>
      </p:sp>
      <p:sp>
        <p:nvSpPr>
          <p:cNvPr id="8" name="מציין מיקום טקסט 13">
            <a:extLst>
              <a:ext uri="{FF2B5EF4-FFF2-40B4-BE49-F238E27FC236}">
                <a16:creationId xmlns:a16="http://schemas.microsoft.com/office/drawing/2014/main" id="{5F073F6F-B06E-4677-A445-F6E702C2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מבנה של תנאי </a:t>
            </a:r>
            <a:r>
              <a:rPr lang="he-IL" dirty="0" err="1"/>
              <a:t>בפייתון</a:t>
            </a:r>
            <a:endParaRPr lang="he-IL" dirty="0"/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976EFD1C-2C83-406B-A4FA-8AEE22957B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e-IL" sz="3200" b="1" dirty="0"/>
              <a:t>נמשיך להדגים:</a:t>
            </a:r>
          </a:p>
        </p:txBody>
      </p:sp>
      <p:sp>
        <p:nvSpPr>
          <p:cNvPr id="3" name="מלבן 2"/>
          <p:cNvSpPr/>
          <p:nvPr/>
        </p:nvSpPr>
        <p:spPr>
          <a:xfrm>
            <a:off x="7753906" y="2131128"/>
            <a:ext cx="2310249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800" b="1" dirty="0">
                <a:solidFill>
                  <a:srgbClr val="002060"/>
                </a:solidFill>
              </a:rPr>
              <a:t>&lt;=</a:t>
            </a:r>
            <a:endParaRPr lang="he-IL" sz="13800" b="1" dirty="0">
              <a:solidFill>
                <a:srgbClr val="002060"/>
              </a:solidFill>
            </a:endParaRPr>
          </a:p>
        </p:txBody>
      </p:sp>
      <p:sp>
        <p:nvSpPr>
          <p:cNvPr id="10" name="מלבן 9"/>
          <p:cNvSpPr/>
          <p:nvPr/>
        </p:nvSpPr>
        <p:spPr>
          <a:xfrm>
            <a:off x="7861020" y="3595681"/>
            <a:ext cx="2310249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800" b="1" dirty="0">
                <a:solidFill>
                  <a:srgbClr val="002060"/>
                </a:solidFill>
              </a:rPr>
              <a:t>&gt;=</a:t>
            </a:r>
            <a:endParaRPr lang="he-IL" sz="13800" b="1" dirty="0">
              <a:solidFill>
                <a:srgbClr val="002060"/>
              </a:solidFill>
            </a:endParaRPr>
          </a:p>
        </p:txBody>
      </p:sp>
      <p:sp>
        <p:nvSpPr>
          <p:cNvPr id="12" name="מלבן 11"/>
          <p:cNvSpPr/>
          <p:nvPr/>
        </p:nvSpPr>
        <p:spPr>
          <a:xfrm>
            <a:off x="2012444" y="2761291"/>
            <a:ext cx="678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15" name="חץ: למטה 13">
            <a:extLst>
              <a:ext uri="{FF2B5EF4-FFF2-40B4-BE49-F238E27FC236}">
                <a16:creationId xmlns:a16="http://schemas.microsoft.com/office/drawing/2014/main" id="{B57F5EA7-740D-47A0-B4D2-2B70E65A3626}"/>
              </a:ext>
            </a:extLst>
          </p:cNvPr>
          <p:cNvSpPr/>
          <p:nvPr/>
        </p:nvSpPr>
        <p:spPr>
          <a:xfrm rot="5400000">
            <a:off x="4571999" y="3317632"/>
            <a:ext cx="554182" cy="951346"/>
          </a:xfrm>
          <a:prstGeom prst="downArrow">
            <a:avLst>
              <a:gd name="adj1" fmla="val 50000"/>
              <a:gd name="adj2" fmla="val 8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693796" y="2622260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x=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if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(x &gt;=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"OK"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else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"OOOOPS"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840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28C1D-A17F-43C3-894B-39D305E9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</a:t>
            </a:r>
          </a:p>
        </p:txBody>
      </p:sp>
      <p:sp>
        <p:nvSpPr>
          <p:cNvPr id="8" name="מציין מיקום טקסט 13">
            <a:extLst>
              <a:ext uri="{FF2B5EF4-FFF2-40B4-BE49-F238E27FC236}">
                <a16:creationId xmlns:a16="http://schemas.microsoft.com/office/drawing/2014/main" id="{5F073F6F-B06E-4677-A445-F6E702C2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מבנה של תנאי </a:t>
            </a:r>
            <a:r>
              <a:rPr lang="he-IL" dirty="0" err="1"/>
              <a:t>בפייתון</a:t>
            </a:r>
            <a:endParaRPr lang="he-IL" dirty="0"/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976EFD1C-2C83-406B-A4FA-8AEE22957B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e-IL" sz="3200" dirty="0"/>
              <a:t>כדי לערוך השוואות אנו משתמשים בתנאים לדוגמה:</a:t>
            </a:r>
          </a:p>
        </p:txBody>
      </p:sp>
      <p:sp>
        <p:nvSpPr>
          <p:cNvPr id="3" name="מלבן 2"/>
          <p:cNvSpPr/>
          <p:nvPr/>
        </p:nvSpPr>
        <p:spPr>
          <a:xfrm>
            <a:off x="7658006" y="2443282"/>
            <a:ext cx="2739853" cy="2646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600" dirty="0">
                <a:solidFill>
                  <a:srgbClr val="002060"/>
                </a:solidFill>
              </a:rPr>
              <a:t>!=</a:t>
            </a:r>
            <a:endParaRPr lang="he-IL" sz="16600" dirty="0">
              <a:solidFill>
                <a:srgbClr val="002060"/>
              </a:solidFill>
            </a:endParaRPr>
          </a:p>
        </p:txBody>
      </p:sp>
      <p:sp>
        <p:nvSpPr>
          <p:cNvPr id="10" name="מלבן 9"/>
          <p:cNvSpPr/>
          <p:nvPr/>
        </p:nvSpPr>
        <p:spPr>
          <a:xfrm>
            <a:off x="2196631" y="2765245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True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11" name="חץ: למטה 13">
            <a:extLst>
              <a:ext uri="{FF2B5EF4-FFF2-40B4-BE49-F238E27FC236}">
                <a16:creationId xmlns:a16="http://schemas.microsoft.com/office/drawing/2014/main" id="{B57F5EA7-740D-47A0-B4D2-2B70E65A3626}"/>
              </a:ext>
            </a:extLst>
          </p:cNvPr>
          <p:cNvSpPr/>
          <p:nvPr/>
        </p:nvSpPr>
        <p:spPr>
          <a:xfrm rot="5400000">
            <a:off x="5343235" y="3398770"/>
            <a:ext cx="554182" cy="951346"/>
          </a:xfrm>
          <a:prstGeom prst="downArrow">
            <a:avLst>
              <a:gd name="adj1" fmla="val 50000"/>
              <a:gd name="adj2" fmla="val 8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758812" y="244328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x=</a:t>
            </a:r>
            <a:r>
              <a:rPr lang="en-US" sz="36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endParaRPr lang="en-US" sz="36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600" dirty="0">
                <a:solidFill>
                  <a:srgbClr val="0070C0"/>
                </a:solidFill>
                <a:latin typeface="Varela Round" panose="00000500000000000000" pitchFamily="2" charset="-79"/>
              </a:rPr>
              <a:t>if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 (x != </a:t>
            </a:r>
            <a:r>
              <a:rPr lang="en-US" sz="3600" dirty="0">
                <a:solidFill>
                  <a:srgbClr val="09885A"/>
                </a:solidFill>
                <a:latin typeface="Varela Round" panose="00000500000000000000" pitchFamily="2" charset="-79"/>
              </a:rPr>
              <a:t>2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600" dirty="0">
                <a:solidFill>
                  <a:srgbClr val="A31515"/>
                </a:solidFill>
                <a:latin typeface="Varela Round" panose="00000500000000000000" pitchFamily="2" charset="-79"/>
              </a:rPr>
              <a:t>"OK"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else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algn="l" rtl="0"/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600" dirty="0">
                <a:solidFill>
                  <a:srgbClr val="A31515"/>
                </a:solidFill>
                <a:latin typeface="Varela Round" panose="00000500000000000000" pitchFamily="2" charset="-79"/>
              </a:rPr>
              <a:t>"OOOOPS"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851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228C1D-A17F-43C3-894B-39D305E9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</a:t>
            </a:r>
          </a:p>
        </p:txBody>
      </p:sp>
      <p:sp>
        <p:nvSpPr>
          <p:cNvPr id="8" name="מציין מיקום טקסט 13">
            <a:extLst>
              <a:ext uri="{FF2B5EF4-FFF2-40B4-BE49-F238E27FC236}">
                <a16:creationId xmlns:a16="http://schemas.microsoft.com/office/drawing/2014/main" id="{5F073F6F-B06E-4677-A445-F6E702C2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מבנה של תנאי </a:t>
            </a:r>
            <a:r>
              <a:rPr lang="he-IL" dirty="0" err="1"/>
              <a:t>בפייתון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he-IL" dirty="0"/>
              <a:t>במקרה שבוחנים מספר תנאים ניתן לרשום את הקוד כך:</a:t>
            </a:r>
            <a:br>
              <a:rPr lang="en-US" dirty="0"/>
            </a:br>
            <a:endParaRPr lang="en-US" dirty="0"/>
          </a:p>
          <a:p>
            <a:endParaRPr lang="he-IL" dirty="0"/>
          </a:p>
        </p:txBody>
      </p:sp>
      <p:sp>
        <p:nvSpPr>
          <p:cNvPr id="11" name="חץ: למטה 27">
            <a:extLst>
              <a:ext uri="{FF2B5EF4-FFF2-40B4-BE49-F238E27FC236}">
                <a16:creationId xmlns:a16="http://schemas.microsoft.com/office/drawing/2014/main" id="{CB227821-2DD5-4818-A05A-75F0F9EA8079}"/>
              </a:ext>
            </a:extLst>
          </p:cNvPr>
          <p:cNvSpPr/>
          <p:nvPr/>
        </p:nvSpPr>
        <p:spPr>
          <a:xfrm rot="5400000">
            <a:off x="6610042" y="1971106"/>
            <a:ext cx="1182205" cy="1284632"/>
          </a:xfrm>
          <a:prstGeom prst="downArrow">
            <a:avLst>
              <a:gd name="adj1" fmla="val 74015"/>
              <a:gd name="adj2" fmla="val 5159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he-IL" sz="2000" dirty="0">
                <a:solidFill>
                  <a:prstClr val="white"/>
                </a:solidFill>
              </a:rPr>
              <a:t>תנאי</a:t>
            </a:r>
          </a:p>
        </p:txBody>
      </p:sp>
      <p:sp>
        <p:nvSpPr>
          <p:cNvPr id="12" name="חץ: למטה 28">
            <a:extLst>
              <a:ext uri="{FF2B5EF4-FFF2-40B4-BE49-F238E27FC236}">
                <a16:creationId xmlns:a16="http://schemas.microsoft.com/office/drawing/2014/main" id="{E9B092A6-0BEB-4E63-8F4D-94FE2C0B1D68}"/>
              </a:ext>
            </a:extLst>
          </p:cNvPr>
          <p:cNvSpPr/>
          <p:nvPr/>
        </p:nvSpPr>
        <p:spPr>
          <a:xfrm rot="5400000">
            <a:off x="8174979" y="2694707"/>
            <a:ext cx="2453733" cy="1842786"/>
          </a:xfrm>
          <a:prstGeom prst="downArrow">
            <a:avLst>
              <a:gd name="adj1" fmla="val 74015"/>
              <a:gd name="adj2" fmla="val 51594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he-IL" sz="2000" dirty="0">
                <a:solidFill>
                  <a:prstClr val="white"/>
                </a:solidFill>
              </a:rPr>
              <a:t>ניתן שיהיו מספר תנאים מסוג </a:t>
            </a:r>
            <a:r>
              <a:rPr lang="en-US" sz="2000" dirty="0" err="1">
                <a:solidFill>
                  <a:prstClr val="white"/>
                </a:solidFill>
              </a:rPr>
              <a:t>elif</a:t>
            </a:r>
            <a:endParaRPr lang="he-IL" sz="2000" dirty="0">
              <a:solidFill>
                <a:prstClr val="white"/>
              </a:solidFill>
            </a:endParaRPr>
          </a:p>
        </p:txBody>
      </p:sp>
      <p:sp>
        <p:nvSpPr>
          <p:cNvPr id="15" name="חץ: למטה 29">
            <a:extLst>
              <a:ext uri="{FF2B5EF4-FFF2-40B4-BE49-F238E27FC236}">
                <a16:creationId xmlns:a16="http://schemas.microsoft.com/office/drawing/2014/main" id="{8086C8AD-62C5-4DDA-A718-B9266038D6D7}"/>
              </a:ext>
            </a:extLst>
          </p:cNvPr>
          <p:cNvSpPr/>
          <p:nvPr/>
        </p:nvSpPr>
        <p:spPr>
          <a:xfrm rot="5400000">
            <a:off x="6575538" y="3822238"/>
            <a:ext cx="1251211" cy="1284633"/>
          </a:xfrm>
          <a:prstGeom prst="downArrow">
            <a:avLst>
              <a:gd name="adj1" fmla="val 74015"/>
              <a:gd name="adj2" fmla="val 51594"/>
            </a:avLst>
          </a:prstGeom>
          <a:solidFill>
            <a:srgbClr val="12B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1" anchor="ctr"/>
          <a:lstStyle/>
          <a:p>
            <a:pPr algn="ctr"/>
            <a:r>
              <a:rPr lang="he-IL" dirty="0">
                <a:solidFill>
                  <a:prstClr val="white"/>
                </a:solidFill>
              </a:rPr>
              <a:t>ברירת מחדל</a:t>
            </a:r>
          </a:p>
        </p:txBody>
      </p:sp>
      <p:sp>
        <p:nvSpPr>
          <p:cNvPr id="4" name="מלבן 3"/>
          <p:cNvSpPr/>
          <p:nvPr/>
        </p:nvSpPr>
        <p:spPr>
          <a:xfrm>
            <a:off x="869083" y="2277272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2800" dirty="0">
                <a:solidFill>
                  <a:srgbClr val="0070C0"/>
                </a:solidFill>
                <a:latin typeface="Varela Round" panose="00000500000000000000" pitchFamily="2" charset="-79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(memory &gt; 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"2"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"Medium level phone"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2800" dirty="0" err="1">
                <a:solidFill>
                  <a:srgbClr val="0000FF"/>
                </a:solidFill>
                <a:latin typeface="Varela Round" panose="00000500000000000000" pitchFamily="2" charset="-79"/>
              </a:rPr>
              <a:t>elif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(memory &gt; 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"3"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"High end phone"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else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algn="l" rtl="0"/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  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"Low end phone"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750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תנאים וקלט אקראי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049185"/>
            <a:ext cx="9802368" cy="46115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3600" b="1" dirty="0"/>
              <a:t>כדי להשתמש בקלט אקראי עלינו להוסיף ספרייה שנקראת </a:t>
            </a:r>
            <a:r>
              <a:rPr lang="en-US" sz="3600" b="1" dirty="0">
                <a:solidFill>
                  <a:srgbClr val="C00000"/>
                </a:solidFill>
              </a:rPr>
              <a:t>random</a:t>
            </a:r>
            <a:endParaRPr lang="he-IL" sz="36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he-IL" sz="3600" b="1" dirty="0">
                <a:solidFill>
                  <a:schemeClr val="tx1"/>
                </a:solidFill>
              </a:rPr>
              <a:t>לשם הדגמה נשחק משחק ניחושים בו נקלוט ערך בין 1 ל 7. המחשב ייבחר קלט אקראי בתחום זה.</a:t>
            </a:r>
          </a:p>
        </p:txBody>
      </p:sp>
    </p:spTree>
    <p:extLst>
      <p:ext uri="{BB962C8B-B14F-4D97-AF65-F5344CB8AC3E}">
        <p14:creationId xmlns:p14="http://schemas.microsoft.com/office/powerpoint/2010/main" val="4253965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משחק הניחושים</a:t>
            </a:r>
          </a:p>
        </p:txBody>
      </p:sp>
      <p:sp>
        <p:nvSpPr>
          <p:cNvPr id="6" name="מלבן 5"/>
          <p:cNvSpPr/>
          <p:nvPr/>
        </p:nvSpPr>
        <p:spPr>
          <a:xfrm>
            <a:off x="1083122" y="1384171"/>
            <a:ext cx="8839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random</a:t>
            </a:r>
          </a:p>
          <a:p>
            <a:pPr algn="l" rtl="0"/>
            <a:b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</a:b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=</a:t>
            </a:r>
            <a:r>
              <a:rPr lang="en-US" sz="2400" dirty="0" err="1">
                <a:solidFill>
                  <a:srgbClr val="0000FF"/>
                </a:solidFill>
                <a:latin typeface="Varela Round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Varela Round" panose="00000500000000000000" pitchFamily="2" charset="-79"/>
              </a:rPr>
              <a:t>"choose a number between 1-7: "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))</a:t>
            </a:r>
          </a:p>
          <a:p>
            <a:pPr algn="l" rtl="0"/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comp_num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random.randint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09885A"/>
                </a:solidFill>
                <a:latin typeface="Varela Round" panose="00000500000000000000" pitchFamily="2" charset="-79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,</a:t>
            </a:r>
            <a:r>
              <a:rPr lang="en-US" sz="2400" dirty="0">
                <a:solidFill>
                  <a:srgbClr val="09885A"/>
                </a:solidFill>
                <a:latin typeface="Varela Round" panose="00000500000000000000" pitchFamily="2" charset="-79"/>
              </a:rPr>
              <a:t>7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b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</a:b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== 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comp_num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   print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Varela Round" panose="00000500000000000000" pitchFamily="2" charset="-79"/>
              </a:rPr>
              <a:t>"Bingo"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algn="l" rtl="0"/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   print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Varela Round" panose="00000500000000000000" pitchFamily="2" charset="-79"/>
              </a:rPr>
              <a:t>"comp:"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comp_num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Varela Round" panose="00000500000000000000" pitchFamily="2" charset="-79"/>
              </a:rPr>
              <a:t>" Try again"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  <p:sp>
        <p:nvSpPr>
          <p:cNvPr id="7" name="הסבר אליפטי 6"/>
          <p:cNvSpPr/>
          <p:nvPr/>
        </p:nvSpPr>
        <p:spPr>
          <a:xfrm>
            <a:off x="7831393" y="2920181"/>
            <a:ext cx="2256504" cy="1165122"/>
          </a:xfrm>
          <a:prstGeom prst="wedgeEllipseCallout">
            <a:avLst>
              <a:gd name="adj1" fmla="val -128862"/>
              <a:gd name="adj2" fmla="val -4382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rgbClr val="002060"/>
                </a:solidFill>
              </a:rPr>
              <a:t>בחירה אקראית של ערך בתחום</a:t>
            </a:r>
          </a:p>
        </p:txBody>
      </p:sp>
      <p:sp>
        <p:nvSpPr>
          <p:cNvPr id="8" name="הסבר אליפטי 7"/>
          <p:cNvSpPr/>
          <p:nvPr/>
        </p:nvSpPr>
        <p:spPr>
          <a:xfrm>
            <a:off x="9532374" y="1313596"/>
            <a:ext cx="2256504" cy="1165122"/>
          </a:xfrm>
          <a:prstGeom prst="wedgeEllipseCallout">
            <a:avLst>
              <a:gd name="adj1" fmla="val -130823"/>
              <a:gd name="adj2" fmla="val 1566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rgbClr val="002060"/>
                </a:solidFill>
              </a:rPr>
              <a:t>קלט מהמשתמש</a:t>
            </a:r>
          </a:p>
        </p:txBody>
      </p:sp>
      <p:sp>
        <p:nvSpPr>
          <p:cNvPr id="9" name="הסבר אליפטי 8"/>
          <p:cNvSpPr/>
          <p:nvPr/>
        </p:nvSpPr>
        <p:spPr>
          <a:xfrm>
            <a:off x="5717458" y="766323"/>
            <a:ext cx="2256504" cy="1165122"/>
          </a:xfrm>
          <a:prstGeom prst="wedgeEllipseCallout">
            <a:avLst>
              <a:gd name="adj1" fmla="val -130823"/>
              <a:gd name="adj2" fmla="val 1566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rgbClr val="002060"/>
                </a:solidFill>
              </a:rPr>
              <a:t>ספרייה</a:t>
            </a:r>
          </a:p>
        </p:txBody>
      </p:sp>
    </p:spTree>
    <p:extLst>
      <p:ext uri="{BB962C8B-B14F-4D97-AF65-F5344CB8AC3E}">
        <p14:creationId xmlns:p14="http://schemas.microsoft.com/office/powerpoint/2010/main" val="113940848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ערכת נושא Office">
  <a:themeElements>
    <a:clrScheme name="מערכת שידורים">
      <a:dk1>
        <a:srgbClr val="00206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7030A0"/>
      </a:folHlink>
    </a:clrScheme>
    <a:fontScheme name="התאמה אישית 3">
      <a:majorFont>
        <a:latin typeface="Varela Round"/>
        <a:ea typeface=""/>
        <a:cs typeface="Varela Round"/>
      </a:majorFont>
      <a:minorFont>
        <a:latin typeface="Varela Round"/>
        <a:ea typeface=""/>
        <a:cs typeface="Varela Roun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356</Words>
  <Application>Microsoft Office PowerPoint</Application>
  <PresentationFormat>Widescreen</PresentationFormat>
  <Paragraphs>99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Varela Round</vt:lpstr>
      <vt:lpstr>ערכת נושא Office</vt:lpstr>
      <vt:lpstr>1_ערכת נושא Office</vt:lpstr>
      <vt:lpstr>תנאים</vt:lpstr>
      <vt:lpstr>תנאים</vt:lpstr>
      <vt:lpstr>תנאים</vt:lpstr>
      <vt:lpstr>תנאים</vt:lpstr>
      <vt:lpstr>תנאים</vt:lpstr>
      <vt:lpstr>תנאים</vt:lpstr>
      <vt:lpstr>תנאים</vt:lpstr>
      <vt:lpstr>תנאים וקלט אקראי</vt:lpstr>
      <vt:lpstr>משחק הניחושים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מערכת שידורים לאומית</dc:title>
  <dc:creator>USER</dc:creator>
  <cp:lastModifiedBy>alex kr</cp:lastModifiedBy>
  <cp:revision>17</cp:revision>
  <dcterms:created xsi:type="dcterms:W3CDTF">2020-05-22T06:51:28Z</dcterms:created>
  <dcterms:modified xsi:type="dcterms:W3CDTF">2023-10-15T13:22:02Z</dcterms:modified>
</cp:coreProperties>
</file>